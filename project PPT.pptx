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61" r:id="rId5"/>
    <p:sldId id="271" r:id="rId6"/>
    <p:sldId id="272" r:id="rId7"/>
    <p:sldId id="273" r:id="rId8"/>
    <p:sldId id="262" r:id="rId9"/>
    <p:sldId id="277" r:id="rId10"/>
    <p:sldId id="276" r:id="rId11"/>
    <p:sldId id="269" r:id="rId12"/>
    <p:sldId id="278" r:id="rId13"/>
    <p:sldId id="279" r:id="rId14"/>
    <p:sldId id="280" r:id="rId15"/>
  </p:sldIdLst>
  <p:sldSz cx="18300700" cy="10299700"/>
  <p:notesSz cx="18300700" cy="102997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F95B47-3E7E-45D1-8A54-F42C30E051C2}">
          <p14:sldIdLst>
            <p14:sldId id="256"/>
            <p14:sldId id="257"/>
            <p14:sldId id="258"/>
          </p14:sldIdLst>
        </p14:section>
        <p14:section name="Untitled Section" id="{EC0417EF-3AA0-46FB-AF8E-9656B96C45A6}">
          <p14:sldIdLst>
            <p14:sldId id="261"/>
            <p14:sldId id="271"/>
            <p14:sldId id="272"/>
            <p14:sldId id="273"/>
            <p14:sldId id="262"/>
            <p14:sldId id="277"/>
            <p14:sldId id="276"/>
            <p14:sldId id="269"/>
            <p14:sldId id="278"/>
            <p14:sldId id="279"/>
            <p14:sldId id="28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898" y="29"/>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9563"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66375" y="0"/>
            <a:ext cx="7929563" cy="515938"/>
          </a:xfrm>
          <a:prstGeom prst="rect">
            <a:avLst/>
          </a:prstGeom>
        </p:spPr>
        <p:txBody>
          <a:bodyPr vert="horz" lIns="91440" tIns="45720" rIns="91440" bIns="45720" rtlCol="0"/>
          <a:lstStyle>
            <a:lvl1pPr algn="r">
              <a:defRPr sz="1200"/>
            </a:lvl1pPr>
          </a:lstStyle>
          <a:p>
            <a:fld id="{25F1DA5F-F98B-4B49-B30D-A96C2B777E59}" type="datetimeFigureOut">
              <a:rPr lang="en-US" smtClean="0"/>
              <a:t>11/13/2024</a:t>
            </a:fld>
            <a:endParaRPr lang="en-US"/>
          </a:p>
        </p:txBody>
      </p:sp>
      <p:sp>
        <p:nvSpPr>
          <p:cNvPr id="4" name="Slide Image Placeholder 3"/>
          <p:cNvSpPr>
            <a:spLocks noGrp="1" noRot="1" noChangeAspect="1"/>
          </p:cNvSpPr>
          <p:nvPr>
            <p:ph type="sldImg" idx="2"/>
          </p:nvPr>
        </p:nvSpPr>
        <p:spPr>
          <a:xfrm>
            <a:off x="6061075" y="1287463"/>
            <a:ext cx="6178550" cy="3476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30388" y="4956175"/>
            <a:ext cx="14639925" cy="4056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83763"/>
            <a:ext cx="7929563"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66375" y="9783763"/>
            <a:ext cx="7929563" cy="515937"/>
          </a:xfrm>
          <a:prstGeom prst="rect">
            <a:avLst/>
          </a:prstGeom>
        </p:spPr>
        <p:txBody>
          <a:bodyPr vert="horz" lIns="91440" tIns="45720" rIns="91440" bIns="45720" rtlCol="0" anchor="b"/>
          <a:lstStyle>
            <a:lvl1pPr algn="r">
              <a:defRPr sz="1200"/>
            </a:lvl1pPr>
          </a:lstStyle>
          <a:p>
            <a:fld id="{F578925F-C99A-4DD7-B3BA-CF4865D4E96E}" type="slidenum">
              <a:rPr lang="en-US" smtClean="0"/>
              <a:t>‹#›</a:t>
            </a:fld>
            <a:endParaRPr lang="en-US"/>
          </a:p>
        </p:txBody>
      </p:sp>
    </p:spTree>
    <p:extLst>
      <p:ext uri="{BB962C8B-B14F-4D97-AF65-F5344CB8AC3E}">
        <p14:creationId xmlns:p14="http://schemas.microsoft.com/office/powerpoint/2010/main" val="144638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4</a:t>
            </a:fld>
            <a:endParaRPr lang="en-US"/>
          </a:p>
        </p:txBody>
      </p:sp>
    </p:spTree>
    <p:extLst>
      <p:ext uri="{BB962C8B-B14F-4D97-AF65-F5344CB8AC3E}">
        <p14:creationId xmlns:p14="http://schemas.microsoft.com/office/powerpoint/2010/main" val="2540775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5</a:t>
            </a:fld>
            <a:endParaRPr lang="en-US"/>
          </a:p>
        </p:txBody>
      </p:sp>
    </p:spTree>
    <p:extLst>
      <p:ext uri="{BB962C8B-B14F-4D97-AF65-F5344CB8AC3E}">
        <p14:creationId xmlns:p14="http://schemas.microsoft.com/office/powerpoint/2010/main" val="2537750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6</a:t>
            </a:fld>
            <a:endParaRPr lang="en-US"/>
          </a:p>
        </p:txBody>
      </p:sp>
    </p:spTree>
    <p:extLst>
      <p:ext uri="{BB962C8B-B14F-4D97-AF65-F5344CB8AC3E}">
        <p14:creationId xmlns:p14="http://schemas.microsoft.com/office/powerpoint/2010/main" val="4022828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78925F-C99A-4DD7-B3BA-CF4865D4E96E}" type="slidenum">
              <a:rPr lang="en-US" smtClean="0"/>
              <a:t>7</a:t>
            </a:fld>
            <a:endParaRPr lang="en-US"/>
          </a:p>
        </p:txBody>
      </p:sp>
    </p:spTree>
    <p:extLst>
      <p:ext uri="{BB962C8B-B14F-4D97-AF65-F5344CB8AC3E}">
        <p14:creationId xmlns:p14="http://schemas.microsoft.com/office/powerpoint/2010/main" val="804535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2552" y="3192907"/>
            <a:ext cx="15555595" cy="216293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5105" y="5767832"/>
            <a:ext cx="12810490" cy="25749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3450" b="1" i="0">
                <a:solidFill>
                  <a:srgbClr val="27316F"/>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sz="half" idx="2"/>
          </p:nvPr>
        </p:nvSpPr>
        <p:spPr>
          <a:xfrm>
            <a:off x="915035" y="2368931"/>
            <a:ext cx="7960804"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24860" y="2368931"/>
            <a:ext cx="7960804" cy="679780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75C4C0"/>
          </a:solidFill>
        </p:spPr>
        <p:txBody>
          <a:bodyPr wrap="square" lIns="0" tIns="0" rIns="0" bIns="0" rtlCol="0"/>
          <a:lstStyle/>
          <a:p>
            <a:endParaRPr/>
          </a:p>
        </p:txBody>
      </p:sp>
      <p:sp>
        <p:nvSpPr>
          <p:cNvPr id="17" name="bg object 17"/>
          <p:cNvSpPr/>
          <p:nvPr/>
        </p:nvSpPr>
        <p:spPr>
          <a:xfrm>
            <a:off x="0" y="0"/>
            <a:ext cx="3898265" cy="3729990"/>
          </a:xfrm>
          <a:custGeom>
            <a:avLst/>
            <a:gdLst/>
            <a:ahLst/>
            <a:cxnLst/>
            <a:rect l="l" t="t" r="r" b="b"/>
            <a:pathLst>
              <a:path w="3898265" h="3729990">
                <a:moveTo>
                  <a:pt x="0" y="3190685"/>
                </a:moveTo>
                <a:lnTo>
                  <a:pt x="0" y="3727313"/>
                </a:lnTo>
                <a:lnTo>
                  <a:pt x="38006" y="3729418"/>
                </a:lnTo>
                <a:lnTo>
                  <a:pt x="398361" y="3729418"/>
                </a:lnTo>
                <a:lnTo>
                  <a:pt x="480739" y="3724531"/>
                </a:lnTo>
                <a:lnTo>
                  <a:pt x="529409" y="3720729"/>
                </a:lnTo>
                <a:lnTo>
                  <a:pt x="577999" y="3716284"/>
                </a:lnTo>
                <a:lnTo>
                  <a:pt x="626501" y="3711197"/>
                </a:lnTo>
                <a:lnTo>
                  <a:pt x="674910" y="3705471"/>
                </a:lnTo>
                <a:lnTo>
                  <a:pt x="723220" y="3699107"/>
                </a:lnTo>
                <a:lnTo>
                  <a:pt x="771423" y="3692106"/>
                </a:lnTo>
                <a:lnTo>
                  <a:pt x="819514" y="3684470"/>
                </a:lnTo>
                <a:lnTo>
                  <a:pt x="867486" y="3676202"/>
                </a:lnTo>
                <a:lnTo>
                  <a:pt x="915333" y="3667302"/>
                </a:lnTo>
                <a:lnTo>
                  <a:pt x="963049" y="3657772"/>
                </a:lnTo>
                <a:lnTo>
                  <a:pt x="1010627" y="3647613"/>
                </a:lnTo>
                <a:lnTo>
                  <a:pt x="1058060" y="3636829"/>
                </a:lnTo>
                <a:lnTo>
                  <a:pt x="1105344" y="3625419"/>
                </a:lnTo>
                <a:lnTo>
                  <a:pt x="1152471" y="3613387"/>
                </a:lnTo>
                <a:lnTo>
                  <a:pt x="1199434" y="3600733"/>
                </a:lnTo>
                <a:lnTo>
                  <a:pt x="1246228" y="3587459"/>
                </a:lnTo>
                <a:lnTo>
                  <a:pt x="1292847" y="3573567"/>
                </a:lnTo>
                <a:lnTo>
                  <a:pt x="1339283" y="3559058"/>
                </a:lnTo>
                <a:lnTo>
                  <a:pt x="1385532" y="3543935"/>
                </a:lnTo>
                <a:lnTo>
                  <a:pt x="1431585" y="3528198"/>
                </a:lnTo>
                <a:lnTo>
                  <a:pt x="1477437" y="3511850"/>
                </a:lnTo>
                <a:lnTo>
                  <a:pt x="1523082" y="3494892"/>
                </a:lnTo>
                <a:lnTo>
                  <a:pt x="1568513" y="3477326"/>
                </a:lnTo>
                <a:lnTo>
                  <a:pt x="1613725" y="3459153"/>
                </a:lnTo>
                <a:lnTo>
                  <a:pt x="1658709" y="3440375"/>
                </a:lnTo>
                <a:lnTo>
                  <a:pt x="1703461" y="3420995"/>
                </a:lnTo>
                <a:lnTo>
                  <a:pt x="1747975" y="3401012"/>
                </a:lnTo>
                <a:lnTo>
                  <a:pt x="1792242" y="3380430"/>
                </a:lnTo>
                <a:lnTo>
                  <a:pt x="1836258" y="3359249"/>
                </a:lnTo>
                <a:lnTo>
                  <a:pt x="1880016" y="3337472"/>
                </a:lnTo>
                <a:lnTo>
                  <a:pt x="1923510" y="3315100"/>
                </a:lnTo>
                <a:lnTo>
                  <a:pt x="1966733" y="3292135"/>
                </a:lnTo>
                <a:lnTo>
                  <a:pt x="2009678" y="3268578"/>
                </a:lnTo>
                <a:lnTo>
                  <a:pt x="2052341" y="3244431"/>
                </a:lnTo>
                <a:lnTo>
                  <a:pt x="2094714" y="3219696"/>
                </a:lnTo>
                <a:lnTo>
                  <a:pt x="2130311" y="3198274"/>
                </a:lnTo>
                <a:lnTo>
                  <a:pt x="198929" y="3198274"/>
                </a:lnTo>
                <a:lnTo>
                  <a:pt x="150029" y="3197584"/>
                </a:lnTo>
                <a:lnTo>
                  <a:pt x="101093" y="3196131"/>
                </a:lnTo>
                <a:lnTo>
                  <a:pt x="52131" y="3193913"/>
                </a:lnTo>
                <a:lnTo>
                  <a:pt x="3151" y="3190927"/>
                </a:lnTo>
                <a:lnTo>
                  <a:pt x="0" y="3190685"/>
                </a:lnTo>
                <a:close/>
              </a:path>
              <a:path w="3898265" h="3729990">
                <a:moveTo>
                  <a:pt x="3897433" y="0"/>
                </a:moveTo>
                <a:lnTo>
                  <a:pt x="3361802" y="0"/>
                </a:lnTo>
                <a:lnTo>
                  <a:pt x="3362288" y="32094"/>
                </a:lnTo>
                <a:lnTo>
                  <a:pt x="3362187" y="85988"/>
                </a:lnTo>
                <a:lnTo>
                  <a:pt x="3361460" y="130697"/>
                </a:lnTo>
                <a:lnTo>
                  <a:pt x="3359890" y="179871"/>
                </a:lnTo>
                <a:lnTo>
                  <a:pt x="3357553" y="228949"/>
                </a:lnTo>
                <a:lnTo>
                  <a:pt x="3354453" y="277922"/>
                </a:lnTo>
                <a:lnTo>
                  <a:pt x="3350594" y="326782"/>
                </a:lnTo>
                <a:lnTo>
                  <a:pt x="3345978" y="375521"/>
                </a:lnTo>
                <a:lnTo>
                  <a:pt x="3340609" y="424132"/>
                </a:lnTo>
                <a:lnTo>
                  <a:pt x="3334490" y="472604"/>
                </a:lnTo>
                <a:lnTo>
                  <a:pt x="3327625" y="520931"/>
                </a:lnTo>
                <a:lnTo>
                  <a:pt x="3320016" y="569104"/>
                </a:lnTo>
                <a:lnTo>
                  <a:pt x="3311667" y="617115"/>
                </a:lnTo>
                <a:lnTo>
                  <a:pt x="3302582" y="664956"/>
                </a:lnTo>
                <a:lnTo>
                  <a:pt x="3292763" y="712617"/>
                </a:lnTo>
                <a:lnTo>
                  <a:pt x="3282214" y="760092"/>
                </a:lnTo>
                <a:lnTo>
                  <a:pt x="3270939" y="807372"/>
                </a:lnTo>
                <a:lnTo>
                  <a:pt x="3258940" y="854448"/>
                </a:lnTo>
                <a:lnTo>
                  <a:pt x="3246221" y="901313"/>
                </a:lnTo>
                <a:lnTo>
                  <a:pt x="3232785" y="947957"/>
                </a:lnTo>
                <a:lnTo>
                  <a:pt x="3218635" y="994374"/>
                </a:lnTo>
                <a:lnTo>
                  <a:pt x="3203775" y="1040554"/>
                </a:lnTo>
                <a:lnTo>
                  <a:pt x="3188209" y="1086489"/>
                </a:lnTo>
                <a:lnTo>
                  <a:pt x="3171938" y="1132172"/>
                </a:lnTo>
                <a:lnTo>
                  <a:pt x="3154967" y="1177593"/>
                </a:lnTo>
                <a:lnTo>
                  <a:pt x="3137300" y="1222745"/>
                </a:lnTo>
                <a:lnTo>
                  <a:pt x="3118938" y="1267620"/>
                </a:lnTo>
                <a:lnTo>
                  <a:pt x="3099886" y="1312208"/>
                </a:lnTo>
                <a:lnTo>
                  <a:pt x="3080147" y="1356502"/>
                </a:lnTo>
                <a:lnTo>
                  <a:pt x="3059724" y="1400494"/>
                </a:lnTo>
                <a:lnTo>
                  <a:pt x="3038620" y="1444175"/>
                </a:lnTo>
                <a:lnTo>
                  <a:pt x="3016839" y="1487538"/>
                </a:lnTo>
                <a:lnTo>
                  <a:pt x="2994384" y="1530573"/>
                </a:lnTo>
                <a:lnTo>
                  <a:pt x="2971259" y="1573273"/>
                </a:lnTo>
                <a:lnTo>
                  <a:pt x="2947466" y="1615629"/>
                </a:lnTo>
                <a:lnTo>
                  <a:pt x="2923009" y="1657634"/>
                </a:lnTo>
                <a:lnTo>
                  <a:pt x="2897891" y="1699278"/>
                </a:lnTo>
                <a:lnTo>
                  <a:pt x="2872116" y="1740554"/>
                </a:lnTo>
                <a:lnTo>
                  <a:pt x="2845687" y="1781453"/>
                </a:lnTo>
                <a:lnTo>
                  <a:pt x="2818607" y="1821968"/>
                </a:lnTo>
                <a:lnTo>
                  <a:pt x="2790879" y="1862089"/>
                </a:lnTo>
                <a:lnTo>
                  <a:pt x="2762507" y="1901809"/>
                </a:lnTo>
                <a:lnTo>
                  <a:pt x="2733494" y="1941120"/>
                </a:lnTo>
                <a:lnTo>
                  <a:pt x="2703843" y="1980013"/>
                </a:lnTo>
                <a:lnTo>
                  <a:pt x="2673558" y="2018479"/>
                </a:lnTo>
                <a:lnTo>
                  <a:pt x="2642642" y="2056511"/>
                </a:lnTo>
                <a:lnTo>
                  <a:pt x="2611099" y="2094101"/>
                </a:lnTo>
                <a:lnTo>
                  <a:pt x="2578930" y="2131240"/>
                </a:lnTo>
                <a:lnTo>
                  <a:pt x="2546141" y="2167920"/>
                </a:lnTo>
                <a:lnTo>
                  <a:pt x="2512734" y="2204132"/>
                </a:lnTo>
                <a:lnTo>
                  <a:pt x="2478712" y="2239869"/>
                </a:lnTo>
                <a:lnTo>
                  <a:pt x="2444079" y="2275122"/>
                </a:lnTo>
                <a:lnTo>
                  <a:pt x="2408838" y="2309883"/>
                </a:lnTo>
                <a:lnTo>
                  <a:pt x="2372992" y="2344144"/>
                </a:lnTo>
                <a:lnTo>
                  <a:pt x="2336545" y="2377896"/>
                </a:lnTo>
                <a:lnTo>
                  <a:pt x="2299500" y="2411132"/>
                </a:lnTo>
                <a:lnTo>
                  <a:pt x="2261934" y="2443778"/>
                </a:lnTo>
                <a:lnTo>
                  <a:pt x="2223930" y="2475767"/>
                </a:lnTo>
                <a:lnTo>
                  <a:pt x="2185496" y="2507096"/>
                </a:lnTo>
                <a:lnTo>
                  <a:pt x="2146640" y="2537763"/>
                </a:lnTo>
                <a:lnTo>
                  <a:pt x="2107371" y="2567766"/>
                </a:lnTo>
                <a:lnTo>
                  <a:pt x="2067698" y="2597103"/>
                </a:lnTo>
                <a:lnTo>
                  <a:pt x="2027629" y="2625771"/>
                </a:lnTo>
                <a:lnTo>
                  <a:pt x="1987173" y="2653768"/>
                </a:lnTo>
                <a:lnTo>
                  <a:pt x="1946338" y="2681091"/>
                </a:lnTo>
                <a:lnTo>
                  <a:pt x="1905134" y="2707739"/>
                </a:lnTo>
                <a:lnTo>
                  <a:pt x="1863567" y="2733710"/>
                </a:lnTo>
                <a:lnTo>
                  <a:pt x="1821648" y="2759000"/>
                </a:lnTo>
                <a:lnTo>
                  <a:pt x="1779385" y="2783609"/>
                </a:lnTo>
                <a:lnTo>
                  <a:pt x="1736786" y="2807532"/>
                </a:lnTo>
                <a:lnTo>
                  <a:pt x="1693860" y="2830769"/>
                </a:lnTo>
                <a:lnTo>
                  <a:pt x="1650615" y="2853317"/>
                </a:lnTo>
                <a:lnTo>
                  <a:pt x="1607061" y="2875174"/>
                </a:lnTo>
                <a:lnTo>
                  <a:pt x="1563205" y="2896338"/>
                </a:lnTo>
                <a:lnTo>
                  <a:pt x="1519056" y="2916805"/>
                </a:lnTo>
                <a:lnTo>
                  <a:pt x="1474624" y="2936575"/>
                </a:lnTo>
                <a:lnTo>
                  <a:pt x="1429915" y="2955644"/>
                </a:lnTo>
                <a:lnTo>
                  <a:pt x="1384940" y="2974011"/>
                </a:lnTo>
                <a:lnTo>
                  <a:pt x="1339707" y="2991673"/>
                </a:lnTo>
                <a:lnTo>
                  <a:pt x="1294224" y="3008628"/>
                </a:lnTo>
                <a:lnTo>
                  <a:pt x="1248499" y="3024873"/>
                </a:lnTo>
                <a:lnTo>
                  <a:pt x="1202542" y="3040408"/>
                </a:lnTo>
                <a:lnTo>
                  <a:pt x="1156361" y="3055228"/>
                </a:lnTo>
                <a:lnTo>
                  <a:pt x="1109965" y="3069332"/>
                </a:lnTo>
                <a:lnTo>
                  <a:pt x="1063361" y="3082718"/>
                </a:lnTo>
                <a:lnTo>
                  <a:pt x="1016560" y="3095384"/>
                </a:lnTo>
                <a:lnTo>
                  <a:pt x="969569" y="3107327"/>
                </a:lnTo>
                <a:lnTo>
                  <a:pt x="922397" y="3118545"/>
                </a:lnTo>
                <a:lnTo>
                  <a:pt x="875052" y="3129035"/>
                </a:lnTo>
                <a:lnTo>
                  <a:pt x="827543" y="3138796"/>
                </a:lnTo>
                <a:lnTo>
                  <a:pt x="779880" y="3147825"/>
                </a:lnTo>
                <a:lnTo>
                  <a:pt x="732069" y="3156120"/>
                </a:lnTo>
                <a:lnTo>
                  <a:pt x="684121" y="3163679"/>
                </a:lnTo>
                <a:lnTo>
                  <a:pt x="636043" y="3170499"/>
                </a:lnTo>
                <a:lnTo>
                  <a:pt x="587844" y="3176578"/>
                </a:lnTo>
                <a:lnTo>
                  <a:pt x="539532" y="3181915"/>
                </a:lnTo>
                <a:lnTo>
                  <a:pt x="491117" y="3186506"/>
                </a:lnTo>
                <a:lnTo>
                  <a:pt x="442607" y="3190349"/>
                </a:lnTo>
                <a:lnTo>
                  <a:pt x="394010" y="3193443"/>
                </a:lnTo>
                <a:lnTo>
                  <a:pt x="345336" y="3195784"/>
                </a:lnTo>
                <a:lnTo>
                  <a:pt x="296591" y="3197371"/>
                </a:lnTo>
                <a:lnTo>
                  <a:pt x="247787" y="3198202"/>
                </a:lnTo>
                <a:lnTo>
                  <a:pt x="198929" y="3198274"/>
                </a:lnTo>
                <a:lnTo>
                  <a:pt x="2130311" y="3198274"/>
                </a:lnTo>
                <a:lnTo>
                  <a:pt x="2178565" y="3168467"/>
                </a:lnTo>
                <a:lnTo>
                  <a:pt x="2220031" y="3141978"/>
                </a:lnTo>
                <a:lnTo>
                  <a:pt x="2261181" y="3114906"/>
                </a:lnTo>
                <a:lnTo>
                  <a:pt x="2302011" y="3087254"/>
                </a:lnTo>
                <a:lnTo>
                  <a:pt x="2342512" y="3059025"/>
                </a:lnTo>
                <a:lnTo>
                  <a:pt x="2382680" y="3030218"/>
                </a:lnTo>
                <a:lnTo>
                  <a:pt x="2422507" y="3000837"/>
                </a:lnTo>
                <a:lnTo>
                  <a:pt x="2461988" y="2970882"/>
                </a:lnTo>
                <a:lnTo>
                  <a:pt x="2501116" y="2940355"/>
                </a:lnTo>
                <a:lnTo>
                  <a:pt x="2539884" y="2909259"/>
                </a:lnTo>
                <a:lnTo>
                  <a:pt x="2578286" y="2877594"/>
                </a:lnTo>
                <a:lnTo>
                  <a:pt x="2616317" y="2845363"/>
                </a:lnTo>
                <a:lnTo>
                  <a:pt x="2653969" y="2812566"/>
                </a:lnTo>
                <a:lnTo>
                  <a:pt x="2691174" y="2779262"/>
                </a:lnTo>
                <a:lnTo>
                  <a:pt x="2727865" y="2745513"/>
                </a:lnTo>
                <a:lnTo>
                  <a:pt x="2764040" y="2711325"/>
                </a:lnTo>
                <a:lnTo>
                  <a:pt x="2799696" y="2676704"/>
                </a:lnTo>
                <a:lnTo>
                  <a:pt x="2834831" y="2641655"/>
                </a:lnTo>
                <a:lnTo>
                  <a:pt x="2869443" y="2606185"/>
                </a:lnTo>
                <a:lnTo>
                  <a:pt x="2903528" y="2570301"/>
                </a:lnTo>
                <a:lnTo>
                  <a:pt x="2937085" y="2534007"/>
                </a:lnTo>
                <a:lnTo>
                  <a:pt x="2970111" y="2497311"/>
                </a:lnTo>
                <a:lnTo>
                  <a:pt x="3002604" y="2460218"/>
                </a:lnTo>
                <a:lnTo>
                  <a:pt x="3034561" y="2422734"/>
                </a:lnTo>
                <a:lnTo>
                  <a:pt x="3065981" y="2384866"/>
                </a:lnTo>
                <a:lnTo>
                  <a:pt x="3096859" y="2346619"/>
                </a:lnTo>
                <a:lnTo>
                  <a:pt x="3127194" y="2308000"/>
                </a:lnTo>
                <a:lnTo>
                  <a:pt x="3156984" y="2269014"/>
                </a:lnTo>
                <a:lnTo>
                  <a:pt x="3186226" y="2229668"/>
                </a:lnTo>
                <a:lnTo>
                  <a:pt x="3214918" y="2189968"/>
                </a:lnTo>
                <a:lnTo>
                  <a:pt x="3243057" y="2149920"/>
                </a:lnTo>
                <a:lnTo>
                  <a:pt x="3270641" y="2109530"/>
                </a:lnTo>
                <a:lnTo>
                  <a:pt x="3297667" y="2068804"/>
                </a:lnTo>
                <a:lnTo>
                  <a:pt x="3324134" y="2027747"/>
                </a:lnTo>
                <a:lnTo>
                  <a:pt x="3350037" y="1986368"/>
                </a:lnTo>
                <a:lnTo>
                  <a:pt x="3375376" y="1944670"/>
                </a:lnTo>
                <a:lnTo>
                  <a:pt x="3400148" y="1902661"/>
                </a:lnTo>
                <a:lnTo>
                  <a:pt x="3424349" y="1860346"/>
                </a:lnTo>
                <a:lnTo>
                  <a:pt x="3447979" y="1817731"/>
                </a:lnTo>
                <a:lnTo>
                  <a:pt x="3471034" y="1774824"/>
                </a:lnTo>
                <a:lnTo>
                  <a:pt x="3493511" y="1731628"/>
                </a:lnTo>
                <a:lnTo>
                  <a:pt x="3515410" y="1688152"/>
                </a:lnTo>
                <a:lnTo>
                  <a:pt x="3536726" y="1644400"/>
                </a:lnTo>
                <a:lnTo>
                  <a:pt x="3557458" y="1600380"/>
                </a:lnTo>
                <a:lnTo>
                  <a:pt x="3577603" y="1556096"/>
                </a:lnTo>
                <a:lnTo>
                  <a:pt x="3597159" y="1511555"/>
                </a:lnTo>
                <a:lnTo>
                  <a:pt x="3616123" y="1466764"/>
                </a:lnTo>
                <a:lnTo>
                  <a:pt x="3634494" y="1421727"/>
                </a:lnTo>
                <a:lnTo>
                  <a:pt x="3652267" y="1376452"/>
                </a:lnTo>
                <a:lnTo>
                  <a:pt x="3669442" y="1330944"/>
                </a:lnTo>
                <a:lnTo>
                  <a:pt x="3686015" y="1285210"/>
                </a:lnTo>
                <a:lnTo>
                  <a:pt x="3701985" y="1239255"/>
                </a:lnTo>
                <a:lnTo>
                  <a:pt x="3717348" y="1193086"/>
                </a:lnTo>
                <a:lnTo>
                  <a:pt x="3732102" y="1146708"/>
                </a:lnTo>
                <a:lnTo>
                  <a:pt x="3746246" y="1100128"/>
                </a:lnTo>
                <a:lnTo>
                  <a:pt x="3759776" y="1053352"/>
                </a:lnTo>
                <a:lnTo>
                  <a:pt x="3772690" y="1006386"/>
                </a:lnTo>
                <a:lnTo>
                  <a:pt x="3784985" y="959235"/>
                </a:lnTo>
                <a:lnTo>
                  <a:pt x="3796660" y="911907"/>
                </a:lnTo>
                <a:lnTo>
                  <a:pt x="3807711" y="864407"/>
                </a:lnTo>
                <a:lnTo>
                  <a:pt x="3818136" y="816741"/>
                </a:lnTo>
                <a:lnTo>
                  <a:pt x="3827934" y="768916"/>
                </a:lnTo>
                <a:lnTo>
                  <a:pt x="3837101" y="720936"/>
                </a:lnTo>
                <a:lnTo>
                  <a:pt x="3845635" y="672809"/>
                </a:lnTo>
                <a:lnTo>
                  <a:pt x="3853533" y="624541"/>
                </a:lnTo>
                <a:lnTo>
                  <a:pt x="3860793" y="576137"/>
                </a:lnTo>
                <a:lnTo>
                  <a:pt x="3867414" y="527604"/>
                </a:lnTo>
                <a:lnTo>
                  <a:pt x="3873391" y="478948"/>
                </a:lnTo>
                <a:lnTo>
                  <a:pt x="3878723" y="430174"/>
                </a:lnTo>
                <a:lnTo>
                  <a:pt x="3883408" y="381289"/>
                </a:lnTo>
                <a:lnTo>
                  <a:pt x="3887443" y="332300"/>
                </a:lnTo>
                <a:lnTo>
                  <a:pt x="3890825" y="283211"/>
                </a:lnTo>
                <a:lnTo>
                  <a:pt x="3893552" y="234029"/>
                </a:lnTo>
                <a:lnTo>
                  <a:pt x="3895622" y="184761"/>
                </a:lnTo>
                <a:lnTo>
                  <a:pt x="3897032" y="135412"/>
                </a:lnTo>
                <a:lnTo>
                  <a:pt x="3897780" y="85988"/>
                </a:lnTo>
                <a:lnTo>
                  <a:pt x="3897811" y="32094"/>
                </a:lnTo>
                <a:lnTo>
                  <a:pt x="3897433" y="0"/>
                </a:lnTo>
                <a:close/>
              </a:path>
            </a:pathLst>
          </a:custGeom>
          <a:solidFill>
            <a:srgbClr val="FBBC00"/>
          </a:solidFill>
        </p:spPr>
        <p:txBody>
          <a:bodyPr wrap="square" lIns="0" tIns="0" rIns="0" bIns="0" rtlCol="0"/>
          <a:lstStyle/>
          <a:p>
            <a:endParaRPr/>
          </a:p>
        </p:txBody>
      </p:sp>
      <p:sp>
        <p:nvSpPr>
          <p:cNvPr id="18" name="bg object 18"/>
          <p:cNvSpPr/>
          <p:nvPr/>
        </p:nvSpPr>
        <p:spPr>
          <a:xfrm>
            <a:off x="1415973" y="799503"/>
            <a:ext cx="15456535" cy="8688070"/>
          </a:xfrm>
          <a:custGeom>
            <a:avLst/>
            <a:gdLst/>
            <a:ahLst/>
            <a:cxnLst/>
            <a:rect l="l" t="t" r="r" b="b"/>
            <a:pathLst>
              <a:path w="15456535" h="8688070">
                <a:moveTo>
                  <a:pt x="15455976" y="0"/>
                </a:moveTo>
                <a:lnTo>
                  <a:pt x="0" y="0"/>
                </a:lnTo>
                <a:lnTo>
                  <a:pt x="0" y="7239965"/>
                </a:lnTo>
                <a:lnTo>
                  <a:pt x="862" y="7289961"/>
                </a:lnTo>
                <a:lnTo>
                  <a:pt x="3438" y="7339738"/>
                </a:lnTo>
                <a:lnTo>
                  <a:pt x="7712" y="7389257"/>
                </a:lnTo>
                <a:lnTo>
                  <a:pt x="13666" y="7438478"/>
                </a:lnTo>
                <a:lnTo>
                  <a:pt x="21285" y="7487361"/>
                </a:lnTo>
                <a:lnTo>
                  <a:pt x="30551" y="7535866"/>
                </a:lnTo>
                <a:lnTo>
                  <a:pt x="41448" y="7583952"/>
                </a:lnTo>
                <a:lnTo>
                  <a:pt x="53960" y="7631581"/>
                </a:lnTo>
                <a:lnTo>
                  <a:pt x="68069" y="7678711"/>
                </a:lnTo>
                <a:lnTo>
                  <a:pt x="83761" y="7725304"/>
                </a:lnTo>
                <a:lnTo>
                  <a:pt x="101016" y="7771319"/>
                </a:lnTo>
                <a:lnTo>
                  <a:pt x="119821" y="7816715"/>
                </a:lnTo>
                <a:lnTo>
                  <a:pt x="140156" y="7861454"/>
                </a:lnTo>
                <a:lnTo>
                  <a:pt x="162007" y="7905495"/>
                </a:lnTo>
                <a:lnTo>
                  <a:pt x="185357" y="7948798"/>
                </a:lnTo>
                <a:lnTo>
                  <a:pt x="210189" y="7991324"/>
                </a:lnTo>
                <a:lnTo>
                  <a:pt x="236486" y="8033032"/>
                </a:lnTo>
                <a:lnTo>
                  <a:pt x="264232" y="8073882"/>
                </a:lnTo>
                <a:lnTo>
                  <a:pt x="293410" y="8113835"/>
                </a:lnTo>
                <a:lnTo>
                  <a:pt x="324004" y="8152849"/>
                </a:lnTo>
                <a:lnTo>
                  <a:pt x="355998" y="8190887"/>
                </a:lnTo>
                <a:lnTo>
                  <a:pt x="389374" y="8227907"/>
                </a:lnTo>
                <a:lnTo>
                  <a:pt x="424116" y="8263869"/>
                </a:lnTo>
                <a:lnTo>
                  <a:pt x="460078" y="8298612"/>
                </a:lnTo>
                <a:lnTo>
                  <a:pt x="497097" y="8331989"/>
                </a:lnTo>
                <a:lnTo>
                  <a:pt x="535134" y="8363983"/>
                </a:lnTo>
                <a:lnTo>
                  <a:pt x="574149" y="8394577"/>
                </a:lnTo>
                <a:lnTo>
                  <a:pt x="614101" y="8423756"/>
                </a:lnTo>
                <a:lnTo>
                  <a:pt x="654951" y="8451502"/>
                </a:lnTo>
                <a:lnTo>
                  <a:pt x="696658" y="8477800"/>
                </a:lnTo>
                <a:lnTo>
                  <a:pt x="739184" y="8502632"/>
                </a:lnTo>
                <a:lnTo>
                  <a:pt x="782487" y="8525981"/>
                </a:lnTo>
                <a:lnTo>
                  <a:pt x="826528" y="8547833"/>
                </a:lnTo>
                <a:lnTo>
                  <a:pt x="871267" y="8568169"/>
                </a:lnTo>
                <a:lnTo>
                  <a:pt x="916664" y="8586973"/>
                </a:lnTo>
                <a:lnTo>
                  <a:pt x="962679" y="8604229"/>
                </a:lnTo>
                <a:lnTo>
                  <a:pt x="1009272" y="8619920"/>
                </a:lnTo>
                <a:lnTo>
                  <a:pt x="1056403" y="8634029"/>
                </a:lnTo>
                <a:lnTo>
                  <a:pt x="1104032" y="8646541"/>
                </a:lnTo>
                <a:lnTo>
                  <a:pt x="1152120" y="8657438"/>
                </a:lnTo>
                <a:lnTo>
                  <a:pt x="1200625" y="8666704"/>
                </a:lnTo>
                <a:lnTo>
                  <a:pt x="1249509" y="8674323"/>
                </a:lnTo>
                <a:lnTo>
                  <a:pt x="1298731" y="8680277"/>
                </a:lnTo>
                <a:lnTo>
                  <a:pt x="1348252" y="8684551"/>
                </a:lnTo>
                <a:lnTo>
                  <a:pt x="1398031" y="8687127"/>
                </a:lnTo>
                <a:lnTo>
                  <a:pt x="1448028" y="8687990"/>
                </a:lnTo>
                <a:lnTo>
                  <a:pt x="15455976" y="8687990"/>
                </a:lnTo>
                <a:lnTo>
                  <a:pt x="15455976" y="0"/>
                </a:lnTo>
                <a:close/>
              </a:path>
            </a:pathLst>
          </a:custGeom>
          <a:solidFill>
            <a:srgbClr val="F2F2F2"/>
          </a:solidFill>
        </p:spPr>
        <p:txBody>
          <a:bodyPr wrap="square" lIns="0" tIns="0" rIns="0" bIns="0" rtlCol="0"/>
          <a:lstStyle/>
          <a:p>
            <a:endParaRPr/>
          </a:p>
        </p:txBody>
      </p:sp>
      <p:sp>
        <p:nvSpPr>
          <p:cNvPr id="19" name="bg object 19"/>
          <p:cNvSpPr/>
          <p:nvPr/>
        </p:nvSpPr>
        <p:spPr>
          <a:xfrm>
            <a:off x="13002514" y="7813675"/>
            <a:ext cx="3409950" cy="1695450"/>
          </a:xfrm>
          <a:custGeom>
            <a:avLst/>
            <a:gdLst/>
            <a:ahLst/>
            <a:cxnLst/>
            <a:rect l="l" t="t" r="r" b="b"/>
            <a:pathLst>
              <a:path w="3409950" h="1695450">
                <a:moveTo>
                  <a:pt x="1698752" y="0"/>
                </a:moveTo>
                <a:lnTo>
                  <a:pt x="1650604" y="855"/>
                </a:lnTo>
                <a:lnTo>
                  <a:pt x="1602788" y="3031"/>
                </a:lnTo>
                <a:lnTo>
                  <a:pt x="1555323" y="6511"/>
                </a:lnTo>
                <a:lnTo>
                  <a:pt x="1508226" y="11277"/>
                </a:lnTo>
                <a:lnTo>
                  <a:pt x="1461514" y="17312"/>
                </a:lnTo>
                <a:lnTo>
                  <a:pt x="1415205" y="24598"/>
                </a:lnTo>
                <a:lnTo>
                  <a:pt x="1369317" y="33117"/>
                </a:lnTo>
                <a:lnTo>
                  <a:pt x="1323867" y="42853"/>
                </a:lnTo>
                <a:lnTo>
                  <a:pt x="1278873" y="53786"/>
                </a:lnTo>
                <a:lnTo>
                  <a:pt x="1234352" y="65901"/>
                </a:lnTo>
                <a:lnTo>
                  <a:pt x="1190323" y="79179"/>
                </a:lnTo>
                <a:lnTo>
                  <a:pt x="1146803" y="93602"/>
                </a:lnTo>
                <a:lnTo>
                  <a:pt x="1103809" y="109154"/>
                </a:lnTo>
                <a:lnTo>
                  <a:pt x="1061359" y="125816"/>
                </a:lnTo>
                <a:lnTo>
                  <a:pt x="1019471" y="143572"/>
                </a:lnTo>
                <a:lnTo>
                  <a:pt x="978163" y="162403"/>
                </a:lnTo>
                <a:lnTo>
                  <a:pt x="937451" y="182291"/>
                </a:lnTo>
                <a:lnTo>
                  <a:pt x="897354" y="203221"/>
                </a:lnTo>
                <a:lnTo>
                  <a:pt x="857890" y="225173"/>
                </a:lnTo>
                <a:lnTo>
                  <a:pt x="819076" y="248130"/>
                </a:lnTo>
                <a:lnTo>
                  <a:pt x="780929" y="272075"/>
                </a:lnTo>
                <a:lnTo>
                  <a:pt x="743467" y="296990"/>
                </a:lnTo>
                <a:lnTo>
                  <a:pt x="706708" y="322858"/>
                </a:lnTo>
                <a:lnTo>
                  <a:pt x="670670" y="349660"/>
                </a:lnTo>
                <a:lnTo>
                  <a:pt x="635370" y="377381"/>
                </a:lnTo>
                <a:lnTo>
                  <a:pt x="600825" y="406001"/>
                </a:lnTo>
                <a:lnTo>
                  <a:pt x="567055" y="435503"/>
                </a:lnTo>
                <a:lnTo>
                  <a:pt x="534075" y="465870"/>
                </a:lnTo>
                <a:lnTo>
                  <a:pt x="501904" y="497085"/>
                </a:lnTo>
                <a:lnTo>
                  <a:pt x="470559" y="529129"/>
                </a:lnTo>
                <a:lnTo>
                  <a:pt x="440058" y="561986"/>
                </a:lnTo>
                <a:lnTo>
                  <a:pt x="410419" y="595637"/>
                </a:lnTo>
                <a:lnTo>
                  <a:pt x="381658" y="630064"/>
                </a:lnTo>
                <a:lnTo>
                  <a:pt x="353795" y="665252"/>
                </a:lnTo>
                <a:lnTo>
                  <a:pt x="326847" y="701181"/>
                </a:lnTo>
                <a:lnTo>
                  <a:pt x="300830" y="737835"/>
                </a:lnTo>
                <a:lnTo>
                  <a:pt x="275764" y="775195"/>
                </a:lnTo>
                <a:lnTo>
                  <a:pt x="251664" y="813245"/>
                </a:lnTo>
                <a:lnTo>
                  <a:pt x="228550" y="851966"/>
                </a:lnTo>
                <a:lnTo>
                  <a:pt x="206439" y="891342"/>
                </a:lnTo>
                <a:lnTo>
                  <a:pt x="185347" y="931354"/>
                </a:lnTo>
                <a:lnTo>
                  <a:pt x="165294" y="971985"/>
                </a:lnTo>
                <a:lnTo>
                  <a:pt x="146297" y="1013218"/>
                </a:lnTo>
                <a:lnTo>
                  <a:pt x="128372" y="1055034"/>
                </a:lnTo>
                <a:lnTo>
                  <a:pt x="111539" y="1097417"/>
                </a:lnTo>
                <a:lnTo>
                  <a:pt x="95814" y="1140348"/>
                </a:lnTo>
                <a:lnTo>
                  <a:pt x="81215" y="1183811"/>
                </a:lnTo>
                <a:lnTo>
                  <a:pt x="67760" y="1227787"/>
                </a:lnTo>
                <a:lnTo>
                  <a:pt x="55467" y="1272260"/>
                </a:lnTo>
                <a:lnTo>
                  <a:pt x="44352" y="1317211"/>
                </a:lnTo>
                <a:lnTo>
                  <a:pt x="34434" y="1362623"/>
                </a:lnTo>
                <a:lnTo>
                  <a:pt x="25731" y="1408479"/>
                </a:lnTo>
                <a:lnTo>
                  <a:pt x="18260" y="1454760"/>
                </a:lnTo>
                <a:lnTo>
                  <a:pt x="12038" y="1501450"/>
                </a:lnTo>
                <a:lnTo>
                  <a:pt x="7083" y="1548530"/>
                </a:lnTo>
                <a:lnTo>
                  <a:pt x="3414" y="1595984"/>
                </a:lnTo>
                <a:lnTo>
                  <a:pt x="1046" y="1643793"/>
                </a:lnTo>
                <a:lnTo>
                  <a:pt x="0" y="1691941"/>
                </a:lnTo>
                <a:lnTo>
                  <a:pt x="440944" y="1695438"/>
                </a:lnTo>
                <a:lnTo>
                  <a:pt x="853810" y="1695438"/>
                </a:lnTo>
                <a:lnTo>
                  <a:pt x="855399" y="1650787"/>
                </a:lnTo>
                <a:lnTo>
                  <a:pt x="859706" y="1603573"/>
                </a:lnTo>
                <a:lnTo>
                  <a:pt x="866544" y="1557139"/>
                </a:lnTo>
                <a:lnTo>
                  <a:pt x="875843" y="1511556"/>
                </a:lnTo>
                <a:lnTo>
                  <a:pt x="887532" y="1466895"/>
                </a:lnTo>
                <a:lnTo>
                  <a:pt x="901541" y="1423224"/>
                </a:lnTo>
                <a:lnTo>
                  <a:pt x="917800" y="1380614"/>
                </a:lnTo>
                <a:lnTo>
                  <a:pt x="936238" y="1339136"/>
                </a:lnTo>
                <a:lnTo>
                  <a:pt x="956785" y="1298860"/>
                </a:lnTo>
                <a:lnTo>
                  <a:pt x="979371" y="1259855"/>
                </a:lnTo>
                <a:lnTo>
                  <a:pt x="1003924" y="1222193"/>
                </a:lnTo>
                <a:lnTo>
                  <a:pt x="1030375" y="1185942"/>
                </a:lnTo>
                <a:lnTo>
                  <a:pt x="1058654" y="1151173"/>
                </a:lnTo>
                <a:lnTo>
                  <a:pt x="1088689" y="1117957"/>
                </a:lnTo>
                <a:lnTo>
                  <a:pt x="1120411" y="1086363"/>
                </a:lnTo>
                <a:lnTo>
                  <a:pt x="1153749" y="1056462"/>
                </a:lnTo>
                <a:lnTo>
                  <a:pt x="1188633" y="1028324"/>
                </a:lnTo>
                <a:lnTo>
                  <a:pt x="1224992" y="1002018"/>
                </a:lnTo>
                <a:lnTo>
                  <a:pt x="1262756" y="977616"/>
                </a:lnTo>
                <a:lnTo>
                  <a:pt x="1301854" y="955187"/>
                </a:lnTo>
                <a:lnTo>
                  <a:pt x="1342217" y="934801"/>
                </a:lnTo>
                <a:lnTo>
                  <a:pt x="1383774" y="916529"/>
                </a:lnTo>
                <a:lnTo>
                  <a:pt x="1426453" y="900440"/>
                </a:lnTo>
                <a:lnTo>
                  <a:pt x="1470186" y="886605"/>
                </a:lnTo>
                <a:lnTo>
                  <a:pt x="1514901" y="875094"/>
                </a:lnTo>
                <a:lnTo>
                  <a:pt x="1560529" y="865978"/>
                </a:lnTo>
                <a:lnTo>
                  <a:pt x="1606998" y="859325"/>
                </a:lnTo>
                <a:lnTo>
                  <a:pt x="1654239" y="855207"/>
                </a:lnTo>
                <a:lnTo>
                  <a:pt x="1702181" y="853694"/>
                </a:lnTo>
                <a:lnTo>
                  <a:pt x="3183248" y="853694"/>
                </a:lnTo>
                <a:lnTo>
                  <a:pt x="3175687" y="840473"/>
                </a:lnTo>
                <a:lnTo>
                  <a:pt x="3152269" y="801933"/>
                </a:lnTo>
                <a:lnTo>
                  <a:pt x="3127872" y="764073"/>
                </a:lnTo>
                <a:lnTo>
                  <a:pt x="3102512" y="726909"/>
                </a:lnTo>
                <a:lnTo>
                  <a:pt x="3076209" y="690459"/>
                </a:lnTo>
                <a:lnTo>
                  <a:pt x="3048979" y="654742"/>
                </a:lnTo>
                <a:lnTo>
                  <a:pt x="3020840" y="619773"/>
                </a:lnTo>
                <a:lnTo>
                  <a:pt x="2991810" y="585570"/>
                </a:lnTo>
                <a:lnTo>
                  <a:pt x="2961907" y="552152"/>
                </a:lnTo>
                <a:lnTo>
                  <a:pt x="2931148" y="519534"/>
                </a:lnTo>
                <a:lnTo>
                  <a:pt x="2899552" y="487736"/>
                </a:lnTo>
                <a:lnTo>
                  <a:pt x="2867137" y="456773"/>
                </a:lnTo>
                <a:lnTo>
                  <a:pt x="2833919" y="426664"/>
                </a:lnTo>
                <a:lnTo>
                  <a:pt x="2799916" y="397426"/>
                </a:lnTo>
                <a:lnTo>
                  <a:pt x="2765147" y="369077"/>
                </a:lnTo>
                <a:lnTo>
                  <a:pt x="2729630" y="341633"/>
                </a:lnTo>
                <a:lnTo>
                  <a:pt x="2693381" y="315112"/>
                </a:lnTo>
                <a:lnTo>
                  <a:pt x="2656419" y="289532"/>
                </a:lnTo>
                <a:lnTo>
                  <a:pt x="2618761" y="264910"/>
                </a:lnTo>
                <a:lnTo>
                  <a:pt x="2580426" y="241263"/>
                </a:lnTo>
                <a:lnTo>
                  <a:pt x="2541430" y="218609"/>
                </a:lnTo>
                <a:lnTo>
                  <a:pt x="2501793" y="196966"/>
                </a:lnTo>
                <a:lnTo>
                  <a:pt x="2461531" y="176350"/>
                </a:lnTo>
                <a:lnTo>
                  <a:pt x="2420662" y="156780"/>
                </a:lnTo>
                <a:lnTo>
                  <a:pt x="2379205" y="138272"/>
                </a:lnTo>
                <a:lnTo>
                  <a:pt x="2337176" y="120844"/>
                </a:lnTo>
                <a:lnTo>
                  <a:pt x="2294594" y="104513"/>
                </a:lnTo>
                <a:lnTo>
                  <a:pt x="2251476" y="89297"/>
                </a:lnTo>
                <a:lnTo>
                  <a:pt x="2207840" y="75213"/>
                </a:lnTo>
                <a:lnTo>
                  <a:pt x="2163705" y="62279"/>
                </a:lnTo>
                <a:lnTo>
                  <a:pt x="2119087" y="50512"/>
                </a:lnTo>
                <a:lnTo>
                  <a:pt x="2074004" y="39929"/>
                </a:lnTo>
                <a:lnTo>
                  <a:pt x="2028475" y="30549"/>
                </a:lnTo>
                <a:lnTo>
                  <a:pt x="1982516" y="22387"/>
                </a:lnTo>
                <a:lnTo>
                  <a:pt x="1936147" y="15463"/>
                </a:lnTo>
                <a:lnTo>
                  <a:pt x="1889384" y="9792"/>
                </a:lnTo>
                <a:lnTo>
                  <a:pt x="1842245" y="5393"/>
                </a:lnTo>
                <a:lnTo>
                  <a:pt x="1794748" y="2283"/>
                </a:lnTo>
                <a:lnTo>
                  <a:pt x="1746911" y="479"/>
                </a:lnTo>
                <a:lnTo>
                  <a:pt x="1698752" y="0"/>
                </a:lnTo>
                <a:close/>
              </a:path>
              <a:path w="3409950" h="1695450">
                <a:moveTo>
                  <a:pt x="3183248" y="853694"/>
                </a:moveTo>
                <a:lnTo>
                  <a:pt x="1702181" y="853694"/>
                </a:lnTo>
                <a:lnTo>
                  <a:pt x="1750120" y="854833"/>
                </a:lnTo>
                <a:lnTo>
                  <a:pt x="1797379" y="858582"/>
                </a:lnTo>
                <a:lnTo>
                  <a:pt x="1843888" y="864871"/>
                </a:lnTo>
                <a:lnTo>
                  <a:pt x="1889575" y="873631"/>
                </a:lnTo>
                <a:lnTo>
                  <a:pt x="1934370" y="884793"/>
                </a:lnTo>
                <a:lnTo>
                  <a:pt x="1978200" y="898286"/>
                </a:lnTo>
                <a:lnTo>
                  <a:pt x="2020996" y="914041"/>
                </a:lnTo>
                <a:lnTo>
                  <a:pt x="2062687" y="931989"/>
                </a:lnTo>
                <a:lnTo>
                  <a:pt x="2103201" y="952059"/>
                </a:lnTo>
                <a:lnTo>
                  <a:pt x="2142467" y="974183"/>
                </a:lnTo>
                <a:lnTo>
                  <a:pt x="2180415" y="998290"/>
                </a:lnTo>
                <a:lnTo>
                  <a:pt x="2216974" y="1024312"/>
                </a:lnTo>
                <a:lnTo>
                  <a:pt x="2252073" y="1052177"/>
                </a:lnTo>
                <a:lnTo>
                  <a:pt x="2285640" y="1081818"/>
                </a:lnTo>
                <a:lnTo>
                  <a:pt x="2317605" y="1113163"/>
                </a:lnTo>
                <a:lnTo>
                  <a:pt x="2347896" y="1146144"/>
                </a:lnTo>
                <a:lnTo>
                  <a:pt x="2376444" y="1180692"/>
                </a:lnTo>
                <a:lnTo>
                  <a:pt x="2403176" y="1216735"/>
                </a:lnTo>
                <a:lnTo>
                  <a:pt x="2428023" y="1254205"/>
                </a:lnTo>
                <a:lnTo>
                  <a:pt x="2450912" y="1293033"/>
                </a:lnTo>
                <a:lnTo>
                  <a:pt x="2471774" y="1333148"/>
                </a:lnTo>
                <a:lnTo>
                  <a:pt x="2490536" y="1374481"/>
                </a:lnTo>
                <a:lnTo>
                  <a:pt x="2507129" y="1416963"/>
                </a:lnTo>
                <a:lnTo>
                  <a:pt x="2521481" y="1460523"/>
                </a:lnTo>
                <a:lnTo>
                  <a:pt x="2533521" y="1505092"/>
                </a:lnTo>
                <a:lnTo>
                  <a:pt x="2543178" y="1550601"/>
                </a:lnTo>
                <a:lnTo>
                  <a:pt x="2550382" y="1596980"/>
                </a:lnTo>
                <a:lnTo>
                  <a:pt x="2555061" y="1644159"/>
                </a:lnTo>
                <a:lnTo>
                  <a:pt x="2557145" y="1692069"/>
                </a:lnTo>
                <a:lnTo>
                  <a:pt x="3409948" y="1678654"/>
                </a:lnTo>
                <a:lnTo>
                  <a:pt x="3409948" y="1648597"/>
                </a:lnTo>
                <a:lnTo>
                  <a:pt x="3409412" y="1630502"/>
                </a:lnTo>
                <a:lnTo>
                  <a:pt x="3406668" y="1582712"/>
                </a:lnTo>
                <a:lnTo>
                  <a:pt x="3402625" y="1535288"/>
                </a:lnTo>
                <a:lnTo>
                  <a:pt x="3397299" y="1488248"/>
                </a:lnTo>
                <a:lnTo>
                  <a:pt x="3390710" y="1441608"/>
                </a:lnTo>
                <a:lnTo>
                  <a:pt x="3382875" y="1395386"/>
                </a:lnTo>
                <a:lnTo>
                  <a:pt x="3373811" y="1349600"/>
                </a:lnTo>
                <a:lnTo>
                  <a:pt x="3363536" y="1304266"/>
                </a:lnTo>
                <a:lnTo>
                  <a:pt x="3352068" y="1259403"/>
                </a:lnTo>
                <a:lnTo>
                  <a:pt x="3339425" y="1215028"/>
                </a:lnTo>
                <a:lnTo>
                  <a:pt x="3325625" y="1171158"/>
                </a:lnTo>
                <a:lnTo>
                  <a:pt x="3310685" y="1127810"/>
                </a:lnTo>
                <a:lnTo>
                  <a:pt x="3294623" y="1085003"/>
                </a:lnTo>
                <a:lnTo>
                  <a:pt x="3277457" y="1042752"/>
                </a:lnTo>
                <a:lnTo>
                  <a:pt x="3259205" y="1001077"/>
                </a:lnTo>
                <a:lnTo>
                  <a:pt x="3239884" y="959994"/>
                </a:lnTo>
                <a:lnTo>
                  <a:pt x="3219512" y="919521"/>
                </a:lnTo>
                <a:lnTo>
                  <a:pt x="3198107" y="879675"/>
                </a:lnTo>
                <a:lnTo>
                  <a:pt x="3183248" y="853694"/>
                </a:lnTo>
                <a:close/>
              </a:path>
            </a:pathLst>
          </a:custGeom>
          <a:solidFill>
            <a:srgbClr val="828284"/>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17834" y="613702"/>
            <a:ext cx="14865030" cy="699769"/>
          </a:xfrm>
          <a:prstGeom prst="rect">
            <a:avLst/>
          </a:prstGeom>
        </p:spPr>
        <p:txBody>
          <a:bodyPr wrap="square" lIns="0" tIns="0" rIns="0" bIns="0">
            <a:spAutoFit/>
          </a:bodyPr>
          <a:lstStyle>
            <a:lvl1pPr>
              <a:defRPr sz="4400" b="1" i="0">
                <a:solidFill>
                  <a:schemeClr val="bg1"/>
                </a:solidFill>
                <a:latin typeface="Verdana"/>
                <a:cs typeface="Verdana"/>
              </a:defRPr>
            </a:lvl1pPr>
          </a:lstStyle>
          <a:p>
            <a:endParaRPr/>
          </a:p>
        </p:txBody>
      </p:sp>
      <p:sp>
        <p:nvSpPr>
          <p:cNvPr id="3" name="Holder 3"/>
          <p:cNvSpPr>
            <a:spLocks noGrp="1"/>
          </p:cNvSpPr>
          <p:nvPr>
            <p:ph type="body" idx="1"/>
          </p:nvPr>
        </p:nvSpPr>
        <p:spPr>
          <a:xfrm>
            <a:off x="3129216" y="2800643"/>
            <a:ext cx="12042266" cy="3082925"/>
          </a:xfrm>
          <a:prstGeom prst="rect">
            <a:avLst/>
          </a:prstGeom>
        </p:spPr>
        <p:txBody>
          <a:bodyPr wrap="square" lIns="0" tIns="0" rIns="0" bIns="0">
            <a:spAutoFit/>
          </a:bodyPr>
          <a:lstStyle>
            <a:lvl1pPr>
              <a:defRPr sz="3450" b="1" i="0">
                <a:solidFill>
                  <a:srgbClr val="27316F"/>
                </a:solidFill>
                <a:latin typeface="Verdana"/>
                <a:cs typeface="Verdana"/>
              </a:defRPr>
            </a:lvl1pPr>
          </a:lstStyle>
          <a:p>
            <a:endParaRPr/>
          </a:p>
        </p:txBody>
      </p:sp>
      <p:sp>
        <p:nvSpPr>
          <p:cNvPr id="4" name="Holder 4"/>
          <p:cNvSpPr>
            <a:spLocks noGrp="1"/>
          </p:cNvSpPr>
          <p:nvPr>
            <p:ph type="ftr" sz="quarter" idx="5"/>
          </p:nvPr>
        </p:nvSpPr>
        <p:spPr>
          <a:xfrm>
            <a:off x="6222238" y="9578721"/>
            <a:ext cx="5856224" cy="51498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5035" y="9578721"/>
            <a:ext cx="4209161" cy="51498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6" name="Holder 6"/>
          <p:cNvSpPr>
            <a:spLocks noGrp="1"/>
          </p:cNvSpPr>
          <p:nvPr>
            <p:ph type="sldNum" sz="quarter" idx="7"/>
          </p:nvPr>
        </p:nvSpPr>
        <p:spPr>
          <a:xfrm>
            <a:off x="13176505" y="9578721"/>
            <a:ext cx="4209161" cy="51498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35150" y="1644650"/>
            <a:ext cx="14363700" cy="6553717"/>
          </a:xfrm>
          <a:prstGeom prst="rect">
            <a:avLst/>
          </a:prstGeom>
        </p:spPr>
        <p:txBody>
          <a:bodyPr vert="horz" wrap="square" lIns="0" tIns="13335" rIns="0" bIns="0" rtlCol="0">
            <a:spAutoFit/>
          </a:bodyPr>
          <a:lstStyle/>
          <a:p>
            <a:pPr marL="12065" marR="5080" indent="-635" algn="ctr">
              <a:lnSpc>
                <a:spcPct val="100200"/>
              </a:lnSpc>
              <a:spcBef>
                <a:spcPts val="105"/>
              </a:spcBef>
            </a:pPr>
            <a:r>
              <a:rPr lang="en-US" sz="8000" b="1" spc="-65" dirty="0">
                <a:solidFill>
                  <a:srgbClr val="27316F"/>
                </a:solidFill>
                <a:latin typeface="Verdana"/>
                <a:cs typeface="Verdana"/>
              </a:rPr>
              <a:t>SMART </a:t>
            </a:r>
            <a:r>
              <a:rPr lang="en-US" sz="8000" b="1" spc="-445" dirty="0">
                <a:solidFill>
                  <a:srgbClr val="27316F"/>
                </a:solidFill>
                <a:latin typeface="Verdana"/>
                <a:cs typeface="Verdana"/>
              </a:rPr>
              <a:t>DISEASE</a:t>
            </a:r>
            <a:r>
              <a:rPr lang="en-US" sz="8000" b="1" spc="-465" dirty="0">
                <a:solidFill>
                  <a:srgbClr val="27316F"/>
                </a:solidFill>
                <a:latin typeface="Verdana"/>
                <a:cs typeface="Verdana"/>
              </a:rPr>
              <a:t> </a:t>
            </a:r>
            <a:r>
              <a:rPr lang="en-US" sz="8000" b="1" spc="-114" dirty="0">
                <a:solidFill>
                  <a:srgbClr val="27316F"/>
                </a:solidFill>
                <a:latin typeface="Verdana"/>
                <a:cs typeface="Verdana"/>
              </a:rPr>
              <a:t>DETE</a:t>
            </a:r>
            <a:r>
              <a:rPr lang="en-US" sz="8000" b="1" spc="-175" dirty="0">
                <a:solidFill>
                  <a:srgbClr val="27316F"/>
                </a:solidFill>
                <a:latin typeface="Verdana"/>
                <a:cs typeface="Verdana"/>
              </a:rPr>
              <a:t>C</a:t>
            </a:r>
            <a:r>
              <a:rPr lang="en-US" sz="8000" b="1" spc="-640" dirty="0">
                <a:solidFill>
                  <a:srgbClr val="27316F"/>
                </a:solidFill>
                <a:latin typeface="Verdana"/>
                <a:cs typeface="Verdana"/>
              </a:rPr>
              <a:t>TION</a:t>
            </a:r>
            <a:r>
              <a:rPr lang="en-US" sz="8000" b="1" spc="-465" dirty="0">
                <a:solidFill>
                  <a:srgbClr val="27316F"/>
                </a:solidFill>
                <a:latin typeface="Verdana"/>
                <a:cs typeface="Verdana"/>
              </a:rPr>
              <a:t> </a:t>
            </a:r>
            <a:r>
              <a:rPr lang="en-US" sz="8000" b="1" spc="-95" dirty="0">
                <a:solidFill>
                  <a:srgbClr val="27316F"/>
                </a:solidFill>
                <a:latin typeface="Verdana"/>
                <a:cs typeface="Verdana"/>
              </a:rPr>
              <a:t> SYSTEM IN PLANTS </a:t>
            </a:r>
          </a:p>
          <a:p>
            <a:pPr marL="12065" marR="5080" indent="-635" algn="ctr">
              <a:lnSpc>
                <a:spcPct val="100200"/>
              </a:lnSpc>
              <a:spcBef>
                <a:spcPts val="105"/>
              </a:spcBef>
            </a:pPr>
            <a:endParaRPr lang="en-US" sz="8000" b="1" spc="-95" dirty="0">
              <a:solidFill>
                <a:srgbClr val="27316F"/>
              </a:solidFill>
              <a:latin typeface="Verdana"/>
              <a:cs typeface="Verdana"/>
            </a:endParaRPr>
          </a:p>
          <a:p>
            <a:pPr marL="12065" marR="5080" indent="-635" algn="just">
              <a:lnSpc>
                <a:spcPct val="100200"/>
              </a:lnSpc>
              <a:spcBef>
                <a:spcPts val="105"/>
              </a:spcBef>
            </a:pPr>
            <a:r>
              <a:rPr lang="en-US" sz="2000" b="1" spc="-95" dirty="0">
                <a:solidFill>
                  <a:srgbClr val="27316F"/>
                </a:solidFill>
                <a:latin typeface="Verdana"/>
                <a:cs typeface="Verdana"/>
              </a:rPr>
              <a:t>BY:											Guide By:-</a:t>
            </a:r>
          </a:p>
          <a:p>
            <a:pPr marL="12065" marR="5080" indent="-635" algn="just">
              <a:lnSpc>
                <a:spcPct val="100200"/>
              </a:lnSpc>
              <a:spcBef>
                <a:spcPts val="105"/>
              </a:spcBef>
            </a:pPr>
            <a:r>
              <a:rPr lang="en-US" sz="2000" b="1" spc="-95" dirty="0">
                <a:solidFill>
                  <a:srgbClr val="27316F"/>
                </a:solidFill>
                <a:latin typeface="Verdana"/>
                <a:cs typeface="Verdana"/>
              </a:rPr>
              <a:t>Rohan O </a:t>
            </a:r>
            <a:r>
              <a:rPr lang="en-US" sz="2000" b="1" spc="-95" dirty="0" err="1">
                <a:solidFill>
                  <a:srgbClr val="27316F"/>
                </a:solidFill>
                <a:latin typeface="Verdana"/>
                <a:cs typeface="Verdana"/>
              </a:rPr>
              <a:t>Chikorde</a:t>
            </a:r>
            <a:r>
              <a:rPr lang="en-US" sz="2000" b="1" spc="-95" dirty="0">
                <a:solidFill>
                  <a:srgbClr val="27316F"/>
                </a:solidFill>
                <a:latin typeface="Verdana"/>
                <a:cs typeface="Verdana"/>
              </a:rPr>
              <a:t>									Prof. Prasad </a:t>
            </a:r>
            <a:r>
              <a:rPr lang="en-US" sz="2000" b="1" spc="-95" dirty="0" err="1">
                <a:solidFill>
                  <a:srgbClr val="27316F"/>
                </a:solidFill>
                <a:latin typeface="Verdana"/>
                <a:cs typeface="Verdana"/>
              </a:rPr>
              <a:t>Pujar</a:t>
            </a:r>
            <a:r>
              <a:rPr lang="en-US" sz="2000" b="1" spc="-95" dirty="0">
                <a:solidFill>
                  <a:srgbClr val="27316F"/>
                </a:solidFill>
                <a:latin typeface="Verdana"/>
                <a:cs typeface="Verdana"/>
              </a:rPr>
              <a:t> </a:t>
            </a:r>
          </a:p>
          <a:p>
            <a:pPr marL="12065" marR="5080" indent="-635" algn="just">
              <a:lnSpc>
                <a:spcPct val="100200"/>
              </a:lnSpc>
              <a:spcBef>
                <a:spcPts val="105"/>
              </a:spcBef>
            </a:pPr>
            <a:r>
              <a:rPr lang="en-US" sz="2000" b="1" spc="-95" dirty="0" err="1">
                <a:solidFill>
                  <a:srgbClr val="27316F"/>
                </a:solidFill>
                <a:latin typeface="Verdana"/>
                <a:cs typeface="Verdana"/>
              </a:rPr>
              <a:t>Shubhma</a:t>
            </a:r>
            <a:r>
              <a:rPr lang="en-US" sz="2000" b="1" spc="-95" dirty="0">
                <a:solidFill>
                  <a:srgbClr val="27316F"/>
                </a:solidFill>
                <a:latin typeface="Verdana"/>
                <a:cs typeface="Verdana"/>
              </a:rPr>
              <a:t> Godse									Dept CSE</a:t>
            </a:r>
          </a:p>
          <a:p>
            <a:pPr marL="12065" marR="5080" indent="-635" algn="just">
              <a:lnSpc>
                <a:spcPct val="100200"/>
              </a:lnSpc>
              <a:spcBef>
                <a:spcPts val="105"/>
              </a:spcBef>
            </a:pPr>
            <a:r>
              <a:rPr lang="en-US" sz="2000" b="1" spc="-95" dirty="0">
                <a:solidFill>
                  <a:srgbClr val="27316F"/>
                </a:solidFill>
                <a:latin typeface="Verdana"/>
                <a:cs typeface="Verdana"/>
              </a:rPr>
              <a:t>Abhishek </a:t>
            </a:r>
            <a:r>
              <a:rPr lang="en-US" sz="2000" b="1" spc="-95" dirty="0" err="1">
                <a:solidFill>
                  <a:srgbClr val="27316F"/>
                </a:solidFill>
                <a:latin typeface="Verdana"/>
                <a:cs typeface="Verdana"/>
              </a:rPr>
              <a:t>Shelke</a:t>
            </a:r>
            <a:endParaRPr lang="en-US" sz="2000" b="1" spc="-95" dirty="0">
              <a:solidFill>
                <a:srgbClr val="27316F"/>
              </a:solidFill>
              <a:latin typeface="Verdana"/>
              <a:cs typeface="Verdana"/>
            </a:endParaRPr>
          </a:p>
          <a:p>
            <a:pPr marL="12065" marR="5080" indent="-635" algn="just">
              <a:lnSpc>
                <a:spcPct val="100200"/>
              </a:lnSpc>
              <a:spcBef>
                <a:spcPts val="105"/>
              </a:spcBef>
            </a:pPr>
            <a:r>
              <a:rPr lang="en-US" sz="2000" b="1" spc="-95" dirty="0" err="1">
                <a:solidFill>
                  <a:srgbClr val="27316F"/>
                </a:solidFill>
                <a:latin typeface="Verdana"/>
                <a:cs typeface="Verdana"/>
              </a:rPr>
              <a:t>Ifran</a:t>
            </a:r>
            <a:r>
              <a:rPr lang="en-US" sz="2000" b="1" spc="-95" dirty="0">
                <a:solidFill>
                  <a:srgbClr val="27316F"/>
                </a:solidFill>
                <a:latin typeface="Verdana"/>
                <a:cs typeface="Verdana"/>
              </a:rPr>
              <a:t> </a:t>
            </a:r>
            <a:r>
              <a:rPr lang="en-US" sz="2000" b="1" spc="-95" dirty="0" err="1">
                <a:solidFill>
                  <a:srgbClr val="27316F"/>
                </a:solidFill>
                <a:latin typeface="Verdana"/>
                <a:cs typeface="Verdana"/>
              </a:rPr>
              <a:t>Hussian</a:t>
            </a:r>
            <a:r>
              <a:rPr lang="en-US" sz="2000" b="1" spc="-95" dirty="0">
                <a:solidFill>
                  <a:srgbClr val="27316F"/>
                </a:solidFill>
                <a:latin typeface="Verdana"/>
                <a:cs typeface="Verdana"/>
              </a:rPr>
              <a:t>                     												</a:t>
            </a:r>
            <a:endParaRPr lang="en-US" sz="2000" dirty="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2A92D8-F5AE-405C-AEE5-664890160CE9}"/>
              </a:ext>
            </a:extLst>
          </p:cNvPr>
          <p:cNvSpPr>
            <a:spLocks noGrp="1"/>
          </p:cNvSpPr>
          <p:nvPr>
            <p:ph type="body" idx="1"/>
          </p:nvPr>
        </p:nvSpPr>
        <p:spPr>
          <a:xfrm>
            <a:off x="1682750" y="1111250"/>
            <a:ext cx="13869732" cy="5624617"/>
          </a:xfrm>
        </p:spPr>
        <p:txBody>
          <a:bodyPr/>
          <a:lstStyle/>
          <a:p>
            <a:r>
              <a:rPr lang="en-US" sz="5500" u="sng" dirty="0">
                <a:latin typeface="Times New Roman" panose="02020603050405020304" pitchFamily="18" charset="0"/>
                <a:cs typeface="Times New Roman" panose="02020603050405020304" pitchFamily="18" charset="0"/>
              </a:rPr>
              <a:t>Contents:</a:t>
            </a:r>
          </a:p>
          <a:p>
            <a:endParaRPr lang="en-US" dirty="0">
              <a:solidFill>
                <a:srgbClr val="FFC00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Introduction</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 Literature review</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Objectives</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 Existing Methodology</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Proposed Methodology</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System Design </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Road Map</a:t>
            </a:r>
          </a:p>
          <a:p>
            <a:pPr marL="457200" indent="-457200">
              <a:buFont typeface="Wingdings" panose="05000000000000000000" pitchFamily="2" charset="2"/>
              <a:buChar char="q"/>
            </a:pPr>
            <a:r>
              <a:rPr lang="en-US" dirty="0">
                <a:solidFill>
                  <a:srgbClr val="FFC000"/>
                </a:solidFill>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19" name="object 3">
            <a:extLst>
              <a:ext uri="{FF2B5EF4-FFF2-40B4-BE49-F238E27FC236}">
                <a16:creationId xmlns:a16="http://schemas.microsoft.com/office/drawing/2014/main" id="{D811C4CE-A908-40D2-BCC3-F382B59E3A78}"/>
              </a:ext>
            </a:extLst>
          </p:cNvPr>
          <p:cNvSpPr/>
          <p:nvPr/>
        </p:nvSpPr>
        <p:spPr>
          <a:xfrm>
            <a:off x="1587" y="8094345"/>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20" name="object 2">
            <a:extLst>
              <a:ext uri="{FF2B5EF4-FFF2-40B4-BE49-F238E27FC236}">
                <a16:creationId xmlns:a16="http://schemas.microsoft.com/office/drawing/2014/main" id="{7E1271DA-3C45-46AB-A307-561C15D82AFD}"/>
              </a:ext>
            </a:extLst>
          </p:cNvPr>
          <p:cNvSpPr/>
          <p:nvPr/>
        </p:nvSpPr>
        <p:spPr>
          <a:xfrm>
            <a:off x="16506329" y="635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pic>
        <p:nvPicPr>
          <p:cNvPr id="4" name="Picture 3">
            <a:extLst>
              <a:ext uri="{FF2B5EF4-FFF2-40B4-BE49-F238E27FC236}">
                <a16:creationId xmlns:a16="http://schemas.microsoft.com/office/drawing/2014/main" id="{84AC758A-123F-4ED5-902B-EE17ECDE8CF6}"/>
              </a:ext>
            </a:extLst>
          </p:cNvPr>
          <p:cNvPicPr>
            <a:picLocks noChangeAspect="1"/>
          </p:cNvPicPr>
          <p:nvPr/>
        </p:nvPicPr>
        <p:blipFill>
          <a:blip r:embed="rId2"/>
          <a:stretch>
            <a:fillRect/>
          </a:stretch>
        </p:blipFill>
        <p:spPr>
          <a:xfrm>
            <a:off x="4883150" y="1111250"/>
            <a:ext cx="1580495" cy="1453099"/>
          </a:xfrm>
          <a:prstGeom prst="rect">
            <a:avLst/>
          </a:prstGeom>
        </p:spPr>
      </p:pic>
    </p:spTree>
    <p:extLst>
      <p:ext uri="{BB962C8B-B14F-4D97-AF65-F5344CB8AC3E}">
        <p14:creationId xmlns:p14="http://schemas.microsoft.com/office/powerpoint/2010/main" val="2383128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147810" y="12700"/>
            <a:ext cx="9152890" cy="10287000"/>
            <a:chOff x="9135338" y="0"/>
            <a:chExt cx="9152890" cy="10287000"/>
          </a:xfrm>
        </p:grpSpPr>
        <p:sp>
          <p:nvSpPr>
            <p:cNvPr id="3" name="object 3"/>
            <p:cNvSpPr/>
            <p:nvPr/>
          </p:nvSpPr>
          <p:spPr>
            <a:xfrm>
              <a:off x="9135338" y="0"/>
              <a:ext cx="9152890" cy="10287000"/>
            </a:xfrm>
            <a:custGeom>
              <a:avLst/>
              <a:gdLst/>
              <a:ahLst/>
              <a:cxnLst/>
              <a:rect l="l" t="t" r="r" b="b"/>
              <a:pathLst>
                <a:path w="9152890" h="10287000">
                  <a:moveTo>
                    <a:pt x="0" y="0"/>
                  </a:moveTo>
                  <a:lnTo>
                    <a:pt x="0" y="10286997"/>
                  </a:lnTo>
                  <a:lnTo>
                    <a:pt x="9152660" y="10286997"/>
                  </a:lnTo>
                  <a:lnTo>
                    <a:pt x="9152660" y="0"/>
                  </a:lnTo>
                  <a:lnTo>
                    <a:pt x="0" y="0"/>
                  </a:lnTo>
                  <a:close/>
                </a:path>
              </a:pathLst>
            </a:custGeom>
            <a:solidFill>
              <a:srgbClr val="75C4C0"/>
            </a:solidFill>
          </p:spPr>
          <p:txBody>
            <a:bodyPr wrap="square" lIns="0" tIns="0" rIns="0" bIns="0" rtlCol="0"/>
            <a:lstStyle/>
            <a:p>
              <a:endParaRPr/>
            </a:p>
          </p:txBody>
        </p:sp>
        <p:pic>
          <p:nvPicPr>
            <p:cNvPr id="4" name="object 4"/>
            <p:cNvPicPr/>
            <p:nvPr/>
          </p:nvPicPr>
          <p:blipFill>
            <a:blip r:embed="rId2" cstate="print"/>
            <a:stretch>
              <a:fillRect/>
            </a:stretch>
          </p:blipFill>
          <p:spPr>
            <a:xfrm>
              <a:off x="10481309" y="1321841"/>
              <a:ext cx="6524624" cy="7639050"/>
            </a:xfrm>
            <a:prstGeom prst="rect">
              <a:avLst/>
            </a:prstGeom>
          </p:spPr>
        </p:pic>
      </p:grpSp>
      <p:sp>
        <p:nvSpPr>
          <p:cNvPr id="5" name="object 5"/>
          <p:cNvSpPr txBox="1">
            <a:spLocks noGrp="1"/>
          </p:cNvSpPr>
          <p:nvPr>
            <p:ph type="title"/>
          </p:nvPr>
        </p:nvSpPr>
        <p:spPr>
          <a:xfrm>
            <a:off x="648018" y="1111250"/>
            <a:ext cx="5540375" cy="825500"/>
          </a:xfrm>
          <a:prstGeom prst="rect">
            <a:avLst/>
          </a:prstGeom>
        </p:spPr>
        <p:txBody>
          <a:bodyPr vert="horz" wrap="square" lIns="0" tIns="12700" rIns="0" bIns="0" rtlCol="0">
            <a:spAutoFit/>
          </a:bodyPr>
          <a:lstStyle/>
          <a:p>
            <a:pPr marL="12700">
              <a:lnSpc>
                <a:spcPct val="100000"/>
              </a:lnSpc>
              <a:spcBef>
                <a:spcPts val="100"/>
              </a:spcBef>
            </a:pPr>
            <a:r>
              <a:rPr sz="5250" spc="-260" dirty="0">
                <a:solidFill>
                  <a:srgbClr val="FBBC00"/>
                </a:solidFill>
              </a:rPr>
              <a:t>INTRODU</a:t>
            </a:r>
            <a:r>
              <a:rPr sz="5250" spc="-290" dirty="0">
                <a:solidFill>
                  <a:srgbClr val="FBBC00"/>
                </a:solidFill>
              </a:rPr>
              <a:t>C</a:t>
            </a:r>
            <a:r>
              <a:rPr sz="5250" spc="-430" dirty="0">
                <a:solidFill>
                  <a:srgbClr val="FBBC00"/>
                </a:solidFill>
              </a:rPr>
              <a:t>TION</a:t>
            </a:r>
            <a:endParaRPr sz="5250" dirty="0"/>
          </a:p>
        </p:txBody>
      </p:sp>
      <p:sp>
        <p:nvSpPr>
          <p:cNvPr id="6" name="object 6"/>
          <p:cNvSpPr txBox="1"/>
          <p:nvPr/>
        </p:nvSpPr>
        <p:spPr>
          <a:xfrm>
            <a:off x="615950" y="2322603"/>
            <a:ext cx="8153400" cy="6204712"/>
          </a:xfrm>
          <a:prstGeom prst="rect">
            <a:avLst/>
          </a:prstGeom>
        </p:spPr>
        <p:txBody>
          <a:bodyPr vert="horz" wrap="square" lIns="0" tIns="1905" rIns="0" bIns="0" rtlCol="0">
            <a:spAutoFit/>
          </a:bodyPr>
          <a:lstStyle/>
          <a:p>
            <a:pPr marL="12700" marR="5080" algn="just">
              <a:lnSpc>
                <a:spcPct val="116300"/>
              </a:lnSpc>
              <a:spcBef>
                <a:spcPts val="15"/>
              </a:spcBef>
            </a:pPr>
            <a:r>
              <a:rPr lang="en-US" sz="2500" spc="210" dirty="0">
                <a:solidFill>
                  <a:srgbClr val="27316F"/>
                </a:solidFill>
                <a:latin typeface="Verdana" panose="020B0604030504040204" pitchFamily="34" charset="0"/>
                <a:ea typeface="Verdana" panose="020B0604030504040204" pitchFamily="34" charset="0"/>
                <a:cs typeface="Times New Roman" panose="02020603050405020304" pitchFamily="18" charset="0"/>
              </a:rPr>
              <a:t>A Smart Disease Detection System in plants and crops refers to the utilization of advanced technologies such as machine learning to accurately identify, diagnose, and monitor diseases affecting agricultural plants and crops. The goal of these systems is to improve the efficiency and precision of disease detection, enabling farmers to implement timely and effective management strategies to protect crop health and enhance agricultural productivity.</a:t>
            </a:r>
            <a:r>
              <a:rPr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rPr>
              <a:t>.</a:t>
            </a:r>
            <a:endParaRPr lang="en-US"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endParaRPr>
          </a:p>
          <a:p>
            <a:pPr marL="12700" marR="5080" algn="just">
              <a:lnSpc>
                <a:spcPct val="116300"/>
              </a:lnSpc>
              <a:spcBef>
                <a:spcPts val="15"/>
              </a:spcBef>
            </a:pPr>
            <a:endParaRPr lang="en-US" sz="2500" spc="-145" dirty="0">
              <a:solidFill>
                <a:srgbClr val="27316F"/>
              </a:solidFill>
              <a:latin typeface="Verdana" panose="020B0604030504040204" pitchFamily="34" charset="0"/>
              <a:ea typeface="Verdana" panose="020B0604030504040204" pitchFamily="34" charset="0"/>
              <a:cs typeface="Times New Roman" panose="02020603050405020304" pitchFamily="18" charset="0"/>
            </a:endParaRPr>
          </a:p>
          <a:p>
            <a:pPr marL="12700" marR="5080" algn="just">
              <a:lnSpc>
                <a:spcPct val="116300"/>
              </a:lnSpc>
              <a:spcBef>
                <a:spcPts val="15"/>
              </a:spcBef>
            </a:pPr>
            <a:endParaRPr sz="2500" dirty="0">
              <a:latin typeface="Verdana" panose="020B0604030504040204" pitchFamily="34" charset="0"/>
              <a:ea typeface="Verdana" panose="020B0604030504040204" pitchFamily="34" charset="0"/>
              <a:cs typeface="Times New Roman" panose="02020603050405020304" pitchFamily="18" charset="0"/>
            </a:endParaRPr>
          </a:p>
        </p:txBody>
      </p:sp>
      <p:sp>
        <p:nvSpPr>
          <p:cNvPr id="7" name="object 3">
            <a:extLst>
              <a:ext uri="{FF2B5EF4-FFF2-40B4-BE49-F238E27FC236}">
                <a16:creationId xmlns:a16="http://schemas.microsoft.com/office/drawing/2014/main" id="{3F356EB3-6EB9-4EA5-879C-AD1998D869E3}"/>
              </a:ext>
            </a:extLst>
          </p:cNvPr>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249238" y="1113063"/>
            <a:ext cx="12675056" cy="7973787"/>
          </a:xfrm>
        </p:spPr>
        <p:txBody>
          <a:bodyPr/>
          <a:lstStyle/>
          <a:p>
            <a:pPr marL="457200" indent="-457200">
              <a:lnSpc>
                <a:spcPct val="150000"/>
              </a:lnSpc>
              <a:buFont typeface="Arial" panose="020B0604020202020204" pitchFamily="34" charset="0"/>
              <a:buChar char="•"/>
            </a:pPr>
            <a:r>
              <a:rPr lang="en-US" sz="2500" dirty="0"/>
              <a:t>Agricultural productivity is crucial for food security and economic stability, and one of the biggest challenges it faces is the spread of diseases that affect crops. </a:t>
            </a:r>
          </a:p>
          <a:p>
            <a:pPr marL="457200" indent="-457200">
              <a:lnSpc>
                <a:spcPct val="150000"/>
              </a:lnSpc>
              <a:buFont typeface="Arial" panose="020B0604020202020204" pitchFamily="34" charset="0"/>
              <a:buChar char="•"/>
            </a:pPr>
            <a:r>
              <a:rPr lang="en-US" sz="2500" dirty="0"/>
              <a:t>Traditional disease detection methods rely heavily on expert knowledge, visual inspections, and labor-intensive practices that may delay the identification of diseases. </a:t>
            </a:r>
          </a:p>
          <a:p>
            <a:pPr marL="457200" indent="-457200">
              <a:lnSpc>
                <a:spcPct val="150000"/>
              </a:lnSpc>
              <a:buFont typeface="Arial" panose="020B0604020202020204" pitchFamily="34" charset="0"/>
              <a:buChar char="•"/>
            </a:pPr>
            <a:r>
              <a:rPr lang="en-US" sz="2500" dirty="0"/>
              <a:t>Consequently, the need for smart, automated disease detection systems has grown significantly. </a:t>
            </a:r>
          </a:p>
          <a:p>
            <a:pPr marL="457200" indent="-457200">
              <a:lnSpc>
                <a:spcPct val="150000"/>
              </a:lnSpc>
              <a:buFont typeface="Arial" panose="020B0604020202020204" pitchFamily="34" charset="0"/>
              <a:buChar char="•"/>
            </a:pPr>
            <a:r>
              <a:rPr lang="en-US" sz="2500" dirty="0"/>
              <a:t>Recent advancements in technologies such as machine learning, computer vision, and the Internet of Things (IoT) have enabled the development of Smart Disease Detection Systems (SDDS) for plants and crops, providing precise and timely information to farmers for managing crop health.</a:t>
            </a:r>
            <a:endParaRPr lang="en-US" sz="25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LITERATURE REVIEW</a:t>
            </a:r>
            <a:br>
              <a:rPr lang="en-US" dirty="0">
                <a:solidFill>
                  <a:srgbClr val="FFC000"/>
                </a:solidFill>
                <a:latin typeface="Times New Roman" panose="02020603050405020304" pitchFamily="18" charset="0"/>
                <a:cs typeface="Times New Roman" panose="02020603050405020304" pitchFamily="18" charset="0"/>
              </a:rPr>
            </a:br>
            <a:br>
              <a:rPr lang="en-US" dirty="0">
                <a:solidFill>
                  <a:srgbClr val="FFC000"/>
                </a:solidFill>
              </a:rPr>
            </a:br>
            <a:endParaRPr lang="en-US" dirty="0">
              <a:solidFill>
                <a:srgbClr val="FFC000"/>
              </a:solidFill>
            </a:endParaRPr>
          </a:p>
        </p:txBody>
      </p:sp>
      <p:pic>
        <p:nvPicPr>
          <p:cNvPr id="5" name="Picture 4">
            <a:extLst>
              <a:ext uri="{FF2B5EF4-FFF2-40B4-BE49-F238E27FC236}">
                <a16:creationId xmlns:a16="http://schemas.microsoft.com/office/drawing/2014/main" id="{D9DA9C8B-E576-7FEE-9022-2EC02F244816}"/>
              </a:ext>
            </a:extLst>
          </p:cNvPr>
          <p:cNvPicPr>
            <a:picLocks noChangeAspect="1"/>
          </p:cNvPicPr>
          <p:nvPr/>
        </p:nvPicPr>
        <p:blipFill>
          <a:blip r:embed="rId3"/>
          <a:stretch>
            <a:fillRect/>
          </a:stretch>
        </p:blipFill>
        <p:spPr>
          <a:xfrm>
            <a:off x="12924294" y="2171700"/>
            <a:ext cx="5364163" cy="48577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642BE9-E545-5908-F8AE-FAF86AECE023}"/>
              </a:ext>
            </a:extLst>
          </p:cNvPr>
          <p:cNvPicPr>
            <a:picLocks noChangeAspect="1"/>
          </p:cNvPicPr>
          <p:nvPr/>
        </p:nvPicPr>
        <p:blipFill>
          <a:blip r:embed="rId3"/>
          <a:stretch>
            <a:fillRect/>
          </a:stretch>
        </p:blipFill>
        <p:spPr>
          <a:xfrm>
            <a:off x="11830049" y="2385940"/>
            <a:ext cx="6458408" cy="5200723"/>
          </a:xfrm>
          <a:prstGeom prst="rect">
            <a:avLst/>
          </a:prstGeom>
        </p:spPr>
      </p:pic>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5" y="1113063"/>
            <a:ext cx="11229976" cy="9155520"/>
          </a:xfrm>
        </p:spPr>
        <p:txBody>
          <a:bodyPr/>
          <a:lstStyle/>
          <a:p>
            <a:pPr marL="457200" indent="-457200" algn="just">
              <a:lnSpc>
                <a:spcPct val="150000"/>
              </a:lnSpc>
              <a:buFont typeface="Arial" panose="020B0604020202020204" pitchFamily="34" charset="0"/>
              <a:buChar char="•"/>
            </a:pPr>
            <a:r>
              <a:rPr lang="en-US" sz="2500" dirty="0"/>
              <a:t>Enhance Early Disease Detection: Develop an automated system capable of identifying diseases at the earliest stage to prevent their spread and reduce crop losses.</a:t>
            </a:r>
          </a:p>
          <a:p>
            <a:pPr marL="457200" indent="-457200" algn="just">
              <a:lnSpc>
                <a:spcPct val="150000"/>
              </a:lnSpc>
              <a:buFont typeface="Arial" panose="020B0604020202020204" pitchFamily="34" charset="0"/>
              <a:buChar char="•"/>
            </a:pPr>
            <a:r>
              <a:rPr lang="en-US" sz="2500" dirty="0"/>
              <a:t>Increase Detection Accuracy: Utilize advanced machine learning and computer vision techniques to accurately detect and classify various crop diseases across different plant types. </a:t>
            </a:r>
          </a:p>
          <a:p>
            <a:pPr marL="457200" indent="-457200" algn="just">
              <a:lnSpc>
                <a:spcPct val="150000"/>
              </a:lnSpc>
              <a:buFont typeface="Arial" panose="020B0604020202020204" pitchFamily="34" charset="0"/>
              <a:buChar char="•"/>
            </a:pPr>
            <a:r>
              <a:rPr lang="en-US" sz="2500" dirty="0"/>
              <a:t>Promote Cost-Effectiveness: Ensure the system is cost-effective for small-scale farmers, making advanced disease detection technology accessible to a broader agricultural community.</a:t>
            </a:r>
          </a:p>
          <a:p>
            <a:pPr marL="457200" indent="-457200" algn="just">
              <a:lnSpc>
                <a:spcPct val="150000"/>
              </a:lnSpc>
              <a:buFont typeface="Arial" panose="020B0604020202020204" pitchFamily="34" charset="0"/>
              <a:buChar char="•"/>
            </a:pPr>
            <a:r>
              <a:rPr lang="en-US" sz="2500" dirty="0"/>
              <a:t> Facilitate User-Friendly Access: Develop a user-friendly interface for farmers, allowing easy access to disease detection reports, monitoring data, and alerts via mobile devices or web platforms.</a:t>
            </a:r>
          </a:p>
          <a:p>
            <a:pPr marL="457200" indent="-457200" algn="just">
              <a:lnSpc>
                <a:spcPct val="150000"/>
              </a:lnSpc>
              <a:buFont typeface="Arial" panose="020B0604020202020204" pitchFamily="34" charset="0"/>
              <a:buChar char="•"/>
            </a:pPr>
            <a:endParaRPr lang="en-US" sz="25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OBJECTIVES</a:t>
            </a:r>
            <a:br>
              <a:rPr lang="en-US" dirty="0">
                <a:solidFill>
                  <a:srgbClr val="FFC000"/>
                </a:solidFill>
                <a:latin typeface="Times New Roman" panose="02020603050405020304" pitchFamily="18" charset="0"/>
                <a:cs typeface="Times New Roman" panose="02020603050405020304" pitchFamily="18" charset="0"/>
              </a:rPr>
            </a:br>
            <a:br>
              <a:rPr lang="en-US" dirty="0">
                <a:solidFill>
                  <a:srgbClr val="FFC000"/>
                </a:solidFill>
              </a:rPr>
            </a:br>
            <a:endParaRPr lang="en-US" dirty="0">
              <a:solidFill>
                <a:srgbClr val="FFC000"/>
              </a:solidFill>
            </a:endParaRPr>
          </a:p>
        </p:txBody>
      </p:sp>
    </p:spTree>
    <p:extLst>
      <p:ext uri="{BB962C8B-B14F-4D97-AF65-F5344CB8AC3E}">
        <p14:creationId xmlns:p14="http://schemas.microsoft.com/office/powerpoint/2010/main" val="18365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4" y="1521778"/>
            <a:ext cx="16616363" cy="3926268"/>
          </a:xfrm>
        </p:spPr>
        <p:txBody>
          <a:bodyPr/>
          <a:lstStyle/>
          <a:p>
            <a:pPr marL="457200" indent="-457200" algn="just">
              <a:lnSpc>
                <a:spcPct val="150000"/>
              </a:lnSpc>
              <a:buFont typeface="Arial" panose="020B0604020202020204" pitchFamily="34" charset="0"/>
              <a:buChar char="•"/>
            </a:pPr>
            <a:r>
              <a:rPr lang="en-US" sz="2900" dirty="0"/>
              <a:t>Traditional Visual Inspection Description: Farmers or agricultural experts manually inspect crops for signs of disease, often identifying issues based on color changes, spots, or deformities in leaves and </a:t>
            </a:r>
            <a:r>
              <a:rPr lang="en-US" sz="2900" dirty="0" err="1"/>
              <a:t>stems.Limitations</a:t>
            </a:r>
            <a:r>
              <a:rPr lang="en-US" sz="2900" dirty="0"/>
              <a:t>: This method is time-consuming, requires expertise, and is prone to human error. Early disease symptoms may be difficult to detect visually, leading to delays in intervention.</a:t>
            </a:r>
            <a:endParaRPr lang="en-US" sz="29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EXISTING METHODOLOGY</a:t>
            </a:r>
            <a:br>
              <a:rPr lang="en-US" dirty="0">
                <a:solidFill>
                  <a:srgbClr val="FFC000"/>
                </a:solidFill>
                <a:latin typeface="Times New Roman" panose="02020603050405020304" pitchFamily="18" charset="0"/>
                <a:cs typeface="Times New Roman" panose="02020603050405020304" pitchFamily="18" charset="0"/>
              </a:rPr>
            </a:br>
            <a:r>
              <a:rPr lang="en-US" dirty="0">
                <a:solidFill>
                  <a:srgbClr val="FFC000"/>
                </a:solidFill>
                <a:latin typeface="Times New Roman" panose="02020603050405020304" pitchFamily="18" charset="0"/>
                <a:cs typeface="Times New Roman" panose="02020603050405020304" pitchFamily="18" charset="0"/>
              </a:rPr>
              <a:t> </a:t>
            </a:r>
            <a:br>
              <a:rPr lang="en-US" dirty="0">
                <a:solidFill>
                  <a:srgbClr val="FFC000"/>
                </a:solidFill>
              </a:rPr>
            </a:br>
            <a:endParaRPr lang="en-US" dirty="0">
              <a:solidFill>
                <a:srgbClr val="FFC000"/>
              </a:solidFill>
            </a:endParaRPr>
          </a:p>
        </p:txBody>
      </p:sp>
      <p:pic>
        <p:nvPicPr>
          <p:cNvPr id="5" name="Picture 4">
            <a:extLst>
              <a:ext uri="{FF2B5EF4-FFF2-40B4-BE49-F238E27FC236}">
                <a16:creationId xmlns:a16="http://schemas.microsoft.com/office/drawing/2014/main" id="{862381AB-020E-3F53-9642-D38B2C971FD1}"/>
              </a:ext>
            </a:extLst>
          </p:cNvPr>
          <p:cNvPicPr>
            <a:picLocks noChangeAspect="1"/>
          </p:cNvPicPr>
          <p:nvPr/>
        </p:nvPicPr>
        <p:blipFill>
          <a:blip r:embed="rId3"/>
          <a:srcRect b="6643"/>
          <a:stretch/>
        </p:blipFill>
        <p:spPr>
          <a:xfrm>
            <a:off x="11987213" y="5180266"/>
            <a:ext cx="3702050" cy="3721990"/>
          </a:xfrm>
          <a:prstGeom prst="rect">
            <a:avLst/>
          </a:prstGeom>
        </p:spPr>
      </p:pic>
    </p:spTree>
    <p:extLst>
      <p:ext uri="{BB962C8B-B14F-4D97-AF65-F5344CB8AC3E}">
        <p14:creationId xmlns:p14="http://schemas.microsoft.com/office/powerpoint/2010/main" val="3694495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704142-CCCE-DFAD-409D-31775DB2B007}"/>
              </a:ext>
            </a:extLst>
          </p:cNvPr>
          <p:cNvPicPr>
            <a:picLocks noChangeAspect="1"/>
          </p:cNvPicPr>
          <p:nvPr/>
        </p:nvPicPr>
        <p:blipFill>
          <a:blip r:embed="rId3"/>
          <a:srcRect r="15541"/>
          <a:stretch/>
        </p:blipFill>
        <p:spPr>
          <a:xfrm>
            <a:off x="13280150" y="2290961"/>
            <a:ext cx="4350863" cy="5829300"/>
          </a:xfrm>
          <a:prstGeom prst="rect">
            <a:avLst/>
          </a:prstGeom>
        </p:spPr>
      </p:pic>
      <p:sp>
        <p:nvSpPr>
          <p:cNvPr id="2" name="object 2"/>
          <p:cNvSpPr/>
          <p:nvPr/>
        </p:nvSpPr>
        <p:spPr>
          <a:xfrm>
            <a:off x="16387902" y="-71437"/>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3" name="object 3"/>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4" name="Subtitle 3">
            <a:extLst>
              <a:ext uri="{FF2B5EF4-FFF2-40B4-BE49-F238E27FC236}">
                <a16:creationId xmlns:a16="http://schemas.microsoft.com/office/drawing/2014/main" id="{E18F478D-6AF3-480D-BAF4-FDDEA3A288B7}"/>
              </a:ext>
            </a:extLst>
          </p:cNvPr>
          <p:cNvSpPr>
            <a:spLocks noGrp="1"/>
          </p:cNvSpPr>
          <p:nvPr>
            <p:ph type="subTitle" idx="4"/>
          </p:nvPr>
        </p:nvSpPr>
        <p:spPr>
          <a:xfrm>
            <a:off x="428624" y="991890"/>
            <a:ext cx="13616127" cy="8466435"/>
          </a:xfrm>
        </p:spPr>
        <p:txBody>
          <a:bodyPr/>
          <a:lstStyle/>
          <a:p>
            <a:pPr marL="457200" indent="-457200" algn="just">
              <a:lnSpc>
                <a:spcPct val="150000"/>
              </a:lnSpc>
              <a:buFont typeface="Arial" panose="020B0604020202020204" pitchFamily="34" charset="0"/>
              <a:buChar char="•"/>
            </a:pPr>
            <a:r>
              <a:rPr lang="en-US" sz="2800" dirty="0"/>
              <a:t>Data Collection: Capture plant images, deploy IoT sensors (temperature, humidity, soil moisture) for real-time monitoring, and use historical disease data.</a:t>
            </a:r>
          </a:p>
          <a:p>
            <a:pPr marL="457200" indent="-457200" algn="just">
              <a:lnSpc>
                <a:spcPct val="150000"/>
              </a:lnSpc>
              <a:buFont typeface="Arial" panose="020B0604020202020204" pitchFamily="34" charset="0"/>
              <a:buChar char="•"/>
            </a:pPr>
            <a:r>
              <a:rPr lang="en-US" sz="2800" dirty="0"/>
              <a:t>Data Preprocessing: Enhance image and sensor data quality; label images with disease types for accurate model training.</a:t>
            </a:r>
          </a:p>
          <a:p>
            <a:pPr marL="457200" indent="-457200" algn="just">
              <a:lnSpc>
                <a:spcPct val="150000"/>
              </a:lnSpc>
              <a:buFont typeface="Arial" panose="020B0604020202020204" pitchFamily="34" charset="0"/>
              <a:buChar char="•"/>
            </a:pPr>
            <a:r>
              <a:rPr lang="en-US" sz="2800" dirty="0"/>
              <a:t>Model Training: Train a CNN for image-based disease detection, apply transfer learning for adaptability, and develop models to analyze environmental data from IoT sensors.</a:t>
            </a:r>
          </a:p>
          <a:p>
            <a:pPr marL="457200" indent="-457200" algn="just">
              <a:lnSpc>
                <a:spcPct val="150000"/>
              </a:lnSpc>
              <a:buFont typeface="Arial" panose="020B0604020202020204" pitchFamily="34" charset="0"/>
              <a:buChar char="•"/>
            </a:pPr>
            <a:r>
              <a:rPr lang="en-US" sz="2800" dirty="0"/>
              <a:t>Interface: Provide a mobile app and dashboard for easy access to disease diagnostics, sensor data, and alerts.</a:t>
            </a:r>
          </a:p>
          <a:p>
            <a:pPr marL="457200" indent="-457200" algn="just">
              <a:lnSpc>
                <a:spcPct val="150000"/>
              </a:lnSpc>
              <a:buFont typeface="Arial" panose="020B0604020202020204" pitchFamily="34" charset="0"/>
              <a:buChar char="•"/>
            </a:pPr>
            <a:r>
              <a:rPr lang="en-US" sz="2800" dirty="0"/>
              <a:t>Field Testing &amp; Deployment: Validate in-field, deploy on cloud platforms, and maintain cost-effective, sustainable IoT solutions for continuous crop health monitoring.</a:t>
            </a:r>
            <a:endParaRPr lang="en-US" sz="2800" dirty="0">
              <a:solidFill>
                <a:schemeClr val="accent5"/>
              </a:solidFill>
            </a:endParaRPr>
          </a:p>
        </p:txBody>
      </p:sp>
      <p:sp>
        <p:nvSpPr>
          <p:cNvPr id="9" name="Title 8">
            <a:extLst>
              <a:ext uri="{FF2B5EF4-FFF2-40B4-BE49-F238E27FC236}">
                <a16:creationId xmlns:a16="http://schemas.microsoft.com/office/drawing/2014/main" id="{F9F549A2-F7B4-445C-A60E-FD0162D7AD0B}"/>
              </a:ext>
            </a:extLst>
          </p:cNvPr>
          <p:cNvSpPr>
            <a:spLocks noGrp="1"/>
          </p:cNvSpPr>
          <p:nvPr>
            <p:ph type="ctrTitle"/>
          </p:nvPr>
        </p:nvSpPr>
        <p:spPr>
          <a:xfrm>
            <a:off x="428624" y="259636"/>
            <a:ext cx="15555595" cy="2031325"/>
          </a:xfrm>
        </p:spPr>
        <p:txBody>
          <a:bodyPr/>
          <a:lstStyle/>
          <a:p>
            <a:r>
              <a:rPr lang="en-US" dirty="0">
                <a:solidFill>
                  <a:srgbClr val="FFC000"/>
                </a:solidFill>
                <a:latin typeface="Times New Roman" panose="02020603050405020304" pitchFamily="18" charset="0"/>
                <a:cs typeface="Times New Roman" panose="02020603050405020304" pitchFamily="18" charset="0"/>
              </a:rPr>
              <a:t>PROPOSED  METHODOLOGY</a:t>
            </a:r>
            <a:br>
              <a:rPr lang="en-US" dirty="0">
                <a:solidFill>
                  <a:srgbClr val="FFC000"/>
                </a:solidFill>
                <a:latin typeface="Times New Roman" panose="02020603050405020304" pitchFamily="18" charset="0"/>
                <a:cs typeface="Times New Roman" panose="02020603050405020304" pitchFamily="18" charset="0"/>
              </a:rPr>
            </a:br>
            <a:r>
              <a:rPr lang="en-US" dirty="0">
                <a:solidFill>
                  <a:srgbClr val="FFC000"/>
                </a:solidFill>
                <a:latin typeface="Times New Roman" panose="02020603050405020304" pitchFamily="18" charset="0"/>
                <a:cs typeface="Times New Roman" panose="02020603050405020304" pitchFamily="18" charset="0"/>
              </a:rPr>
              <a:t> </a:t>
            </a:r>
            <a:br>
              <a:rPr lang="en-US" dirty="0">
                <a:solidFill>
                  <a:srgbClr val="FFC000"/>
                </a:solidFill>
              </a:rPr>
            </a:br>
            <a:endParaRPr lang="en-US" dirty="0">
              <a:solidFill>
                <a:srgbClr val="FFC000"/>
              </a:solidFill>
            </a:endParaRPr>
          </a:p>
        </p:txBody>
      </p:sp>
    </p:spTree>
    <p:extLst>
      <p:ext uri="{BB962C8B-B14F-4D97-AF65-F5344CB8AC3E}">
        <p14:creationId xmlns:p14="http://schemas.microsoft.com/office/powerpoint/2010/main" val="369217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8F38713-9AA7-4DA5-A8E8-0B7D933426EF}"/>
              </a:ext>
            </a:extLst>
          </p:cNvPr>
          <p:cNvPicPr>
            <a:picLocks noChangeAspect="1"/>
          </p:cNvPicPr>
          <p:nvPr/>
        </p:nvPicPr>
        <p:blipFill>
          <a:blip r:embed="rId2"/>
          <a:stretch>
            <a:fillRect/>
          </a:stretch>
        </p:blipFill>
        <p:spPr>
          <a:xfrm>
            <a:off x="1233189" y="796607"/>
            <a:ext cx="11456036" cy="9047576"/>
          </a:xfrm>
          <a:prstGeom prst="rect">
            <a:avLst/>
          </a:prstGeom>
        </p:spPr>
      </p:pic>
      <p:sp>
        <p:nvSpPr>
          <p:cNvPr id="6" name="object 3">
            <a:extLst>
              <a:ext uri="{FF2B5EF4-FFF2-40B4-BE49-F238E27FC236}">
                <a16:creationId xmlns:a16="http://schemas.microsoft.com/office/drawing/2014/main" id="{B9A44B0A-D0AE-419A-B33C-D408C5367A01}"/>
              </a:ext>
            </a:extLst>
          </p:cNvPr>
          <p:cNvSpPr/>
          <p:nvPr/>
        </p:nvSpPr>
        <p:spPr>
          <a:xfrm>
            <a:off x="0" y="8181151"/>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7" name="object 2">
            <a:extLst>
              <a:ext uri="{FF2B5EF4-FFF2-40B4-BE49-F238E27FC236}">
                <a16:creationId xmlns:a16="http://schemas.microsoft.com/office/drawing/2014/main" id="{1B750628-C4A0-400B-8D99-9E5AAADB9B2B}"/>
              </a:ext>
            </a:extLst>
          </p:cNvPr>
          <p:cNvSpPr/>
          <p:nvPr/>
        </p:nvSpPr>
        <p:spPr>
          <a:xfrm>
            <a:off x="16387902" y="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10" name="TextBox 9">
            <a:extLst>
              <a:ext uri="{FF2B5EF4-FFF2-40B4-BE49-F238E27FC236}">
                <a16:creationId xmlns:a16="http://schemas.microsoft.com/office/drawing/2014/main" id="{B2E0395B-415E-40C2-B715-A6AB23081DCB}"/>
              </a:ext>
            </a:extLst>
          </p:cNvPr>
          <p:cNvSpPr txBox="1"/>
          <p:nvPr/>
        </p:nvSpPr>
        <p:spPr>
          <a:xfrm>
            <a:off x="8990549" y="3547153"/>
            <a:ext cx="7397353" cy="707886"/>
          </a:xfrm>
          <a:prstGeom prst="rect">
            <a:avLst/>
          </a:prstGeom>
          <a:noFill/>
        </p:spPr>
        <p:txBody>
          <a:bodyPr wrap="square">
            <a:spAutoFit/>
          </a:bodyPr>
          <a:lstStyle/>
          <a:p>
            <a:r>
              <a:rPr lang="en-US" sz="2000" b="1" dirty="0"/>
              <a:t>Segmentation</a:t>
            </a:r>
            <a:r>
              <a:rPr lang="en-US" sz="2000" dirty="0"/>
              <a:t>: This sub-step involves separating the leaf from the background. </a:t>
            </a:r>
          </a:p>
        </p:txBody>
      </p:sp>
      <p:sp>
        <p:nvSpPr>
          <p:cNvPr id="12" name="TextBox 11">
            <a:extLst>
              <a:ext uri="{FF2B5EF4-FFF2-40B4-BE49-F238E27FC236}">
                <a16:creationId xmlns:a16="http://schemas.microsoft.com/office/drawing/2014/main" id="{7CE7B6C0-9417-4848-9F2B-F3D04899945C}"/>
              </a:ext>
            </a:extLst>
          </p:cNvPr>
          <p:cNvSpPr txBox="1"/>
          <p:nvPr/>
        </p:nvSpPr>
        <p:spPr>
          <a:xfrm>
            <a:off x="8990549" y="4462450"/>
            <a:ext cx="9151144" cy="1015663"/>
          </a:xfrm>
          <a:prstGeom prst="rect">
            <a:avLst/>
          </a:prstGeom>
          <a:noFill/>
        </p:spPr>
        <p:txBody>
          <a:bodyPr wrap="square">
            <a:spAutoFit/>
          </a:bodyPr>
          <a:lstStyle/>
          <a:p>
            <a:r>
              <a:rPr lang="en-US" sz="2000" b="1" dirty="0"/>
              <a:t>ROI (Region on Interest) of Leaf Image</a:t>
            </a:r>
            <a:r>
              <a:rPr lang="en-US" sz="2000" dirty="0"/>
              <a:t>: The segmented leaf image is obtained, highlighting the specific areas of the leaf that need to be analyzed for disease symptoms.</a:t>
            </a:r>
          </a:p>
        </p:txBody>
      </p:sp>
      <p:sp>
        <p:nvSpPr>
          <p:cNvPr id="14" name="TextBox 13">
            <a:extLst>
              <a:ext uri="{FF2B5EF4-FFF2-40B4-BE49-F238E27FC236}">
                <a16:creationId xmlns:a16="http://schemas.microsoft.com/office/drawing/2014/main" id="{54381F7C-855B-42A5-B217-1E9E6DC043FD}"/>
              </a:ext>
            </a:extLst>
          </p:cNvPr>
          <p:cNvSpPr txBox="1"/>
          <p:nvPr/>
        </p:nvSpPr>
        <p:spPr>
          <a:xfrm>
            <a:off x="9137313" y="5685525"/>
            <a:ext cx="9151144" cy="707886"/>
          </a:xfrm>
          <a:prstGeom prst="rect">
            <a:avLst/>
          </a:prstGeom>
          <a:noFill/>
        </p:spPr>
        <p:txBody>
          <a:bodyPr wrap="square">
            <a:spAutoFit/>
          </a:bodyPr>
          <a:lstStyle/>
          <a:p>
            <a:r>
              <a:rPr lang="en-US" sz="2000" b="1" dirty="0"/>
              <a:t>Speeded-Up Robust Features (SURF) </a:t>
            </a:r>
            <a:r>
              <a:rPr lang="en-US" sz="2000" dirty="0"/>
              <a:t>is an algorithm used for feature detection. In this step, SURF is applied to extract key features from the leaf image.</a:t>
            </a:r>
          </a:p>
        </p:txBody>
      </p:sp>
      <p:sp>
        <p:nvSpPr>
          <p:cNvPr id="15" name="object 5">
            <a:extLst>
              <a:ext uri="{FF2B5EF4-FFF2-40B4-BE49-F238E27FC236}">
                <a16:creationId xmlns:a16="http://schemas.microsoft.com/office/drawing/2014/main" id="{94DE231E-6C3F-444A-A891-5E8D47E88292}"/>
              </a:ext>
            </a:extLst>
          </p:cNvPr>
          <p:cNvSpPr txBox="1">
            <a:spLocks/>
          </p:cNvSpPr>
          <p:nvPr/>
        </p:nvSpPr>
        <p:spPr>
          <a:xfrm>
            <a:off x="959802" y="199008"/>
            <a:ext cx="5885497" cy="597599"/>
          </a:xfrm>
          <a:prstGeom prst="rect">
            <a:avLst/>
          </a:prstGeom>
        </p:spPr>
        <p:txBody>
          <a:bodyPr vert="horz" wrap="square" lIns="0" tIns="12700" rIns="0" bIns="0" rtlCol="0">
            <a:spAutoFit/>
          </a:bodyPr>
          <a:lstStyle>
            <a:lvl1pPr>
              <a:defRPr sz="4400" b="1" i="0">
                <a:solidFill>
                  <a:schemeClr val="bg1"/>
                </a:solidFill>
                <a:latin typeface="Verdana"/>
                <a:ea typeface="+mj-ea"/>
                <a:cs typeface="Verdana"/>
              </a:defRPr>
            </a:lvl1pPr>
          </a:lstStyle>
          <a:p>
            <a:pPr marL="12700">
              <a:spcBef>
                <a:spcPts val="100"/>
              </a:spcBef>
            </a:pPr>
            <a:r>
              <a:rPr lang="en-US" sz="3800" kern="0" spc="-185" dirty="0">
                <a:solidFill>
                  <a:srgbClr val="FFC000"/>
                </a:solidFill>
              </a:rPr>
              <a:t>SYSTEM DESIGN</a:t>
            </a:r>
            <a:endParaRPr lang="en-US" sz="3800" kern="0" dirty="0">
              <a:solidFill>
                <a:srgbClr val="FFC000"/>
              </a:solidFill>
            </a:endParaRPr>
          </a:p>
        </p:txBody>
      </p:sp>
    </p:spTree>
    <p:extLst>
      <p:ext uri="{BB962C8B-B14F-4D97-AF65-F5344CB8AC3E}">
        <p14:creationId xmlns:p14="http://schemas.microsoft.com/office/powerpoint/2010/main" val="287631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B9A44B0A-D0AE-419A-B33C-D408C5367A01}"/>
              </a:ext>
            </a:extLst>
          </p:cNvPr>
          <p:cNvSpPr/>
          <p:nvPr/>
        </p:nvSpPr>
        <p:spPr>
          <a:xfrm>
            <a:off x="0" y="8181151"/>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7" name="object 2">
            <a:extLst>
              <a:ext uri="{FF2B5EF4-FFF2-40B4-BE49-F238E27FC236}">
                <a16:creationId xmlns:a16="http://schemas.microsoft.com/office/drawing/2014/main" id="{1B750628-C4A0-400B-8D99-9E5AAADB9B2B}"/>
              </a:ext>
            </a:extLst>
          </p:cNvPr>
          <p:cNvSpPr/>
          <p:nvPr/>
        </p:nvSpPr>
        <p:spPr>
          <a:xfrm>
            <a:off x="16387902" y="0"/>
            <a:ext cx="1900555" cy="1593215"/>
          </a:xfrm>
          <a:custGeom>
            <a:avLst/>
            <a:gdLst/>
            <a:ahLst/>
            <a:cxnLst/>
            <a:rect l="l" t="t" r="r" b="b"/>
            <a:pathLst>
              <a:path w="1900555" h="1593215">
                <a:moveTo>
                  <a:pt x="310837" y="0"/>
                </a:moveTo>
                <a:lnTo>
                  <a:pt x="0" y="0"/>
                </a:lnTo>
                <a:lnTo>
                  <a:pt x="2855" y="15843"/>
                </a:lnTo>
                <a:lnTo>
                  <a:pt x="12465" y="62571"/>
                </a:lnTo>
                <a:lnTo>
                  <a:pt x="23169" y="108865"/>
                </a:lnTo>
                <a:lnTo>
                  <a:pt x="34955" y="154709"/>
                </a:lnTo>
                <a:lnTo>
                  <a:pt x="47807" y="200091"/>
                </a:lnTo>
                <a:lnTo>
                  <a:pt x="61710" y="244998"/>
                </a:lnTo>
                <a:lnTo>
                  <a:pt x="76650" y="289416"/>
                </a:lnTo>
                <a:lnTo>
                  <a:pt x="92612" y="333331"/>
                </a:lnTo>
                <a:lnTo>
                  <a:pt x="109581" y="376730"/>
                </a:lnTo>
                <a:lnTo>
                  <a:pt x="127543" y="419601"/>
                </a:lnTo>
                <a:lnTo>
                  <a:pt x="146483" y="461928"/>
                </a:lnTo>
                <a:lnTo>
                  <a:pt x="166386" y="503700"/>
                </a:lnTo>
                <a:lnTo>
                  <a:pt x="187238" y="544903"/>
                </a:lnTo>
                <a:lnTo>
                  <a:pt x="209024" y="585522"/>
                </a:lnTo>
                <a:lnTo>
                  <a:pt x="231729" y="625546"/>
                </a:lnTo>
                <a:lnTo>
                  <a:pt x="255338" y="664961"/>
                </a:lnTo>
                <a:lnTo>
                  <a:pt x="279837" y="703752"/>
                </a:lnTo>
                <a:lnTo>
                  <a:pt x="305212" y="741907"/>
                </a:lnTo>
                <a:lnTo>
                  <a:pt x="331447" y="779413"/>
                </a:lnTo>
                <a:lnTo>
                  <a:pt x="358527" y="816256"/>
                </a:lnTo>
                <a:lnTo>
                  <a:pt x="386439" y="852422"/>
                </a:lnTo>
                <a:lnTo>
                  <a:pt x="415167" y="887899"/>
                </a:lnTo>
                <a:lnTo>
                  <a:pt x="444697" y="922672"/>
                </a:lnTo>
                <a:lnTo>
                  <a:pt x="475014" y="956729"/>
                </a:lnTo>
                <a:lnTo>
                  <a:pt x="506103" y="990057"/>
                </a:lnTo>
                <a:lnTo>
                  <a:pt x="537949" y="1022640"/>
                </a:lnTo>
                <a:lnTo>
                  <a:pt x="570539" y="1054468"/>
                </a:lnTo>
                <a:lnTo>
                  <a:pt x="603857" y="1085525"/>
                </a:lnTo>
                <a:lnTo>
                  <a:pt x="637888" y="1115799"/>
                </a:lnTo>
                <a:lnTo>
                  <a:pt x="672618" y="1145276"/>
                </a:lnTo>
                <a:lnTo>
                  <a:pt x="708033" y="1173943"/>
                </a:lnTo>
                <a:lnTo>
                  <a:pt x="744116" y="1201786"/>
                </a:lnTo>
                <a:lnTo>
                  <a:pt x="780855" y="1228792"/>
                </a:lnTo>
                <a:lnTo>
                  <a:pt x="818234" y="1254948"/>
                </a:lnTo>
                <a:lnTo>
                  <a:pt x="856238" y="1280240"/>
                </a:lnTo>
                <a:lnTo>
                  <a:pt x="894852" y="1304656"/>
                </a:lnTo>
                <a:lnTo>
                  <a:pt x="934063" y="1328181"/>
                </a:lnTo>
                <a:lnTo>
                  <a:pt x="973855" y="1350801"/>
                </a:lnTo>
                <a:lnTo>
                  <a:pt x="1014214" y="1372505"/>
                </a:lnTo>
                <a:lnTo>
                  <a:pt x="1055124" y="1393278"/>
                </a:lnTo>
                <a:lnTo>
                  <a:pt x="1096572" y="1413107"/>
                </a:lnTo>
                <a:lnTo>
                  <a:pt x="1138542" y="1431979"/>
                </a:lnTo>
                <a:lnTo>
                  <a:pt x="1181021" y="1449880"/>
                </a:lnTo>
                <a:lnTo>
                  <a:pt x="1223992" y="1466797"/>
                </a:lnTo>
                <a:lnTo>
                  <a:pt x="1267442" y="1482716"/>
                </a:lnTo>
                <a:lnTo>
                  <a:pt x="1311355" y="1497625"/>
                </a:lnTo>
                <a:lnTo>
                  <a:pt x="1355718" y="1511509"/>
                </a:lnTo>
                <a:lnTo>
                  <a:pt x="1400515" y="1524355"/>
                </a:lnTo>
                <a:lnTo>
                  <a:pt x="1445732" y="1536151"/>
                </a:lnTo>
                <a:lnTo>
                  <a:pt x="1491354" y="1546882"/>
                </a:lnTo>
                <a:lnTo>
                  <a:pt x="1537366" y="1556535"/>
                </a:lnTo>
                <a:lnTo>
                  <a:pt x="1583754" y="1565097"/>
                </a:lnTo>
                <a:lnTo>
                  <a:pt x="1630502" y="1572554"/>
                </a:lnTo>
                <a:lnTo>
                  <a:pt x="1677597" y="1578894"/>
                </a:lnTo>
                <a:lnTo>
                  <a:pt x="1725024" y="1584102"/>
                </a:lnTo>
                <a:lnTo>
                  <a:pt x="1772767" y="1588165"/>
                </a:lnTo>
                <a:lnTo>
                  <a:pt x="1820812" y="1591071"/>
                </a:lnTo>
                <a:lnTo>
                  <a:pt x="1869145" y="1592804"/>
                </a:lnTo>
                <a:lnTo>
                  <a:pt x="1900135" y="1593154"/>
                </a:lnTo>
                <a:lnTo>
                  <a:pt x="1900135" y="1288420"/>
                </a:lnTo>
                <a:lnTo>
                  <a:pt x="1868511" y="1287988"/>
                </a:lnTo>
                <a:lnTo>
                  <a:pt x="1819982" y="1285903"/>
                </a:lnTo>
                <a:lnTo>
                  <a:pt x="1771805" y="1282419"/>
                </a:lnTo>
                <a:lnTo>
                  <a:pt x="1723999" y="1277556"/>
                </a:lnTo>
                <a:lnTo>
                  <a:pt x="1676587" y="1271332"/>
                </a:lnTo>
                <a:lnTo>
                  <a:pt x="1629589" y="1263767"/>
                </a:lnTo>
                <a:lnTo>
                  <a:pt x="1583026" y="1254879"/>
                </a:lnTo>
                <a:lnTo>
                  <a:pt x="1536920" y="1244689"/>
                </a:lnTo>
                <a:lnTo>
                  <a:pt x="1491290" y="1233214"/>
                </a:lnTo>
                <a:lnTo>
                  <a:pt x="1446160" y="1220475"/>
                </a:lnTo>
                <a:lnTo>
                  <a:pt x="1401548" y="1206490"/>
                </a:lnTo>
                <a:lnTo>
                  <a:pt x="1357477" y="1191278"/>
                </a:lnTo>
                <a:lnTo>
                  <a:pt x="1313967" y="1174859"/>
                </a:lnTo>
                <a:lnTo>
                  <a:pt x="1271040" y="1157251"/>
                </a:lnTo>
                <a:lnTo>
                  <a:pt x="1228716" y="1138475"/>
                </a:lnTo>
                <a:lnTo>
                  <a:pt x="1187017" y="1118548"/>
                </a:lnTo>
                <a:lnTo>
                  <a:pt x="1145963" y="1097490"/>
                </a:lnTo>
                <a:lnTo>
                  <a:pt x="1105576" y="1075321"/>
                </a:lnTo>
                <a:lnTo>
                  <a:pt x="1065876" y="1052059"/>
                </a:lnTo>
                <a:lnTo>
                  <a:pt x="1026885" y="1027724"/>
                </a:lnTo>
                <a:lnTo>
                  <a:pt x="988623" y="1002334"/>
                </a:lnTo>
                <a:lnTo>
                  <a:pt x="951112" y="975909"/>
                </a:lnTo>
                <a:lnTo>
                  <a:pt x="914372" y="948468"/>
                </a:lnTo>
                <a:lnTo>
                  <a:pt x="878425" y="920030"/>
                </a:lnTo>
                <a:lnTo>
                  <a:pt x="843292" y="890614"/>
                </a:lnTo>
                <a:lnTo>
                  <a:pt x="808994" y="860240"/>
                </a:lnTo>
                <a:lnTo>
                  <a:pt x="775551" y="828926"/>
                </a:lnTo>
                <a:lnTo>
                  <a:pt x="742985" y="796691"/>
                </a:lnTo>
                <a:lnTo>
                  <a:pt x="711316" y="763555"/>
                </a:lnTo>
                <a:lnTo>
                  <a:pt x="680567" y="729538"/>
                </a:lnTo>
                <a:lnTo>
                  <a:pt x="650757" y="694657"/>
                </a:lnTo>
                <a:lnTo>
                  <a:pt x="621908" y="658932"/>
                </a:lnTo>
                <a:lnTo>
                  <a:pt x="594041" y="622383"/>
                </a:lnTo>
                <a:lnTo>
                  <a:pt x="567176" y="585028"/>
                </a:lnTo>
                <a:lnTo>
                  <a:pt x="541336" y="546886"/>
                </a:lnTo>
                <a:lnTo>
                  <a:pt x="516540" y="507978"/>
                </a:lnTo>
                <a:lnTo>
                  <a:pt x="492811" y="468321"/>
                </a:lnTo>
                <a:lnTo>
                  <a:pt x="470168" y="427935"/>
                </a:lnTo>
                <a:lnTo>
                  <a:pt x="448633" y="386839"/>
                </a:lnTo>
                <a:lnTo>
                  <a:pt x="428227" y="345052"/>
                </a:lnTo>
                <a:lnTo>
                  <a:pt x="408972" y="302594"/>
                </a:lnTo>
                <a:lnTo>
                  <a:pt x="390887" y="259483"/>
                </a:lnTo>
                <a:lnTo>
                  <a:pt x="373994" y="215739"/>
                </a:lnTo>
                <a:lnTo>
                  <a:pt x="358314" y="171380"/>
                </a:lnTo>
                <a:lnTo>
                  <a:pt x="343869" y="126427"/>
                </a:lnTo>
                <a:lnTo>
                  <a:pt x="330678" y="80897"/>
                </a:lnTo>
                <a:lnTo>
                  <a:pt x="318764" y="34811"/>
                </a:lnTo>
                <a:lnTo>
                  <a:pt x="310837" y="0"/>
                </a:lnTo>
                <a:close/>
              </a:path>
            </a:pathLst>
          </a:custGeom>
          <a:solidFill>
            <a:srgbClr val="828284"/>
          </a:solidFill>
        </p:spPr>
        <p:txBody>
          <a:bodyPr wrap="square" lIns="0" tIns="0" rIns="0" bIns="0" rtlCol="0"/>
          <a:lstStyle/>
          <a:p>
            <a:endParaRPr/>
          </a:p>
        </p:txBody>
      </p:sp>
      <p:sp>
        <p:nvSpPr>
          <p:cNvPr id="15" name="object 5">
            <a:extLst>
              <a:ext uri="{FF2B5EF4-FFF2-40B4-BE49-F238E27FC236}">
                <a16:creationId xmlns:a16="http://schemas.microsoft.com/office/drawing/2014/main" id="{94DE231E-6C3F-444A-A891-5E8D47E88292}"/>
              </a:ext>
            </a:extLst>
          </p:cNvPr>
          <p:cNvSpPr txBox="1">
            <a:spLocks/>
          </p:cNvSpPr>
          <p:nvPr/>
        </p:nvSpPr>
        <p:spPr>
          <a:xfrm>
            <a:off x="959802" y="199008"/>
            <a:ext cx="5885497" cy="597599"/>
          </a:xfrm>
          <a:prstGeom prst="rect">
            <a:avLst/>
          </a:prstGeom>
        </p:spPr>
        <p:txBody>
          <a:bodyPr vert="horz" wrap="square" lIns="0" tIns="12700" rIns="0" bIns="0" rtlCol="0">
            <a:spAutoFit/>
          </a:bodyPr>
          <a:lstStyle>
            <a:lvl1pPr>
              <a:defRPr sz="4400" b="1" i="0">
                <a:solidFill>
                  <a:schemeClr val="bg1"/>
                </a:solidFill>
                <a:latin typeface="Verdana"/>
                <a:ea typeface="+mj-ea"/>
                <a:cs typeface="Verdana"/>
              </a:defRPr>
            </a:lvl1pPr>
          </a:lstStyle>
          <a:p>
            <a:pPr marL="12700">
              <a:spcBef>
                <a:spcPts val="100"/>
              </a:spcBef>
            </a:pPr>
            <a:r>
              <a:rPr lang="en-US" sz="3800" kern="0" spc="-185" dirty="0">
                <a:solidFill>
                  <a:srgbClr val="FFC000"/>
                </a:solidFill>
              </a:rPr>
              <a:t>SYSTEM DESIGN</a:t>
            </a:r>
            <a:endParaRPr lang="en-US" sz="3800" kern="0" dirty="0">
              <a:solidFill>
                <a:srgbClr val="FFC000"/>
              </a:solidFill>
            </a:endParaRPr>
          </a:p>
        </p:txBody>
      </p:sp>
      <p:pic>
        <p:nvPicPr>
          <p:cNvPr id="3" name="Picture 2">
            <a:extLst>
              <a:ext uri="{FF2B5EF4-FFF2-40B4-BE49-F238E27FC236}">
                <a16:creationId xmlns:a16="http://schemas.microsoft.com/office/drawing/2014/main" id="{C52A210C-B664-A09A-A707-5BC3F1D5AEB8}"/>
              </a:ext>
            </a:extLst>
          </p:cNvPr>
          <p:cNvPicPr>
            <a:picLocks noChangeAspect="1"/>
          </p:cNvPicPr>
          <p:nvPr/>
        </p:nvPicPr>
        <p:blipFill>
          <a:blip r:embed="rId2"/>
          <a:stretch>
            <a:fillRect/>
          </a:stretch>
        </p:blipFill>
        <p:spPr>
          <a:xfrm>
            <a:off x="2568382" y="1341343"/>
            <a:ext cx="2960881" cy="3007700"/>
          </a:xfrm>
          <a:prstGeom prst="rect">
            <a:avLst/>
          </a:prstGeom>
        </p:spPr>
      </p:pic>
      <p:pic>
        <p:nvPicPr>
          <p:cNvPr id="5" name="Picture 4">
            <a:extLst>
              <a:ext uri="{FF2B5EF4-FFF2-40B4-BE49-F238E27FC236}">
                <a16:creationId xmlns:a16="http://schemas.microsoft.com/office/drawing/2014/main" id="{2DBC8047-2040-0B8A-721D-ED3BCB515205}"/>
              </a:ext>
            </a:extLst>
          </p:cNvPr>
          <p:cNvPicPr>
            <a:picLocks noChangeAspect="1"/>
          </p:cNvPicPr>
          <p:nvPr/>
        </p:nvPicPr>
        <p:blipFill>
          <a:blip r:embed="rId3"/>
          <a:stretch>
            <a:fillRect/>
          </a:stretch>
        </p:blipFill>
        <p:spPr>
          <a:xfrm>
            <a:off x="5807207" y="1301928"/>
            <a:ext cx="2543530" cy="3086531"/>
          </a:xfrm>
          <a:prstGeom prst="rect">
            <a:avLst/>
          </a:prstGeom>
        </p:spPr>
      </p:pic>
      <p:pic>
        <p:nvPicPr>
          <p:cNvPr id="11" name="Picture 10">
            <a:extLst>
              <a:ext uri="{FF2B5EF4-FFF2-40B4-BE49-F238E27FC236}">
                <a16:creationId xmlns:a16="http://schemas.microsoft.com/office/drawing/2014/main" id="{4AAF7958-1947-C101-4834-EF83C7135B9A}"/>
              </a:ext>
            </a:extLst>
          </p:cNvPr>
          <p:cNvPicPr>
            <a:picLocks noChangeAspect="1"/>
          </p:cNvPicPr>
          <p:nvPr/>
        </p:nvPicPr>
        <p:blipFill>
          <a:blip r:embed="rId4"/>
          <a:stretch>
            <a:fillRect/>
          </a:stretch>
        </p:blipFill>
        <p:spPr>
          <a:xfrm>
            <a:off x="8822385" y="1397191"/>
            <a:ext cx="2781688" cy="2896004"/>
          </a:xfrm>
          <a:prstGeom prst="rect">
            <a:avLst/>
          </a:prstGeom>
        </p:spPr>
      </p:pic>
      <p:pic>
        <p:nvPicPr>
          <p:cNvPr id="16" name="Picture 15">
            <a:extLst>
              <a:ext uri="{FF2B5EF4-FFF2-40B4-BE49-F238E27FC236}">
                <a16:creationId xmlns:a16="http://schemas.microsoft.com/office/drawing/2014/main" id="{178F2546-6596-508D-FA4D-9EBE631D064B}"/>
              </a:ext>
            </a:extLst>
          </p:cNvPr>
          <p:cNvPicPr>
            <a:picLocks noChangeAspect="1"/>
          </p:cNvPicPr>
          <p:nvPr/>
        </p:nvPicPr>
        <p:blipFill>
          <a:blip r:embed="rId5"/>
          <a:stretch>
            <a:fillRect/>
          </a:stretch>
        </p:blipFill>
        <p:spPr>
          <a:xfrm>
            <a:off x="2391488" y="4806378"/>
            <a:ext cx="2828925" cy="4412273"/>
          </a:xfrm>
          <a:prstGeom prst="rect">
            <a:avLst/>
          </a:prstGeom>
        </p:spPr>
      </p:pic>
      <p:pic>
        <p:nvPicPr>
          <p:cNvPr id="18" name="Picture 17">
            <a:extLst>
              <a:ext uri="{FF2B5EF4-FFF2-40B4-BE49-F238E27FC236}">
                <a16:creationId xmlns:a16="http://schemas.microsoft.com/office/drawing/2014/main" id="{867E2D20-AA73-77B0-064E-15FD511BBF64}"/>
              </a:ext>
            </a:extLst>
          </p:cNvPr>
          <p:cNvPicPr>
            <a:picLocks noChangeAspect="1"/>
          </p:cNvPicPr>
          <p:nvPr/>
        </p:nvPicPr>
        <p:blipFill>
          <a:blip r:embed="rId6"/>
          <a:stretch>
            <a:fillRect/>
          </a:stretch>
        </p:blipFill>
        <p:spPr>
          <a:xfrm>
            <a:off x="5807207" y="4806378"/>
            <a:ext cx="4577597" cy="46680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52F1F500-A408-CDB6-7E84-8C46DE58E013}"/>
              </a:ext>
            </a:extLst>
          </p:cNvPr>
          <p:cNvPicPr>
            <a:picLocks noChangeAspect="1"/>
          </p:cNvPicPr>
          <p:nvPr/>
        </p:nvPicPr>
        <p:blipFill>
          <a:blip r:embed="rId7"/>
          <a:stretch>
            <a:fillRect/>
          </a:stretch>
        </p:blipFill>
        <p:spPr>
          <a:xfrm>
            <a:off x="11604073" y="2108111"/>
            <a:ext cx="6135387" cy="7110540"/>
          </a:xfrm>
          <a:prstGeom prst="rect">
            <a:avLst/>
          </a:prstGeom>
        </p:spPr>
      </p:pic>
    </p:spTree>
    <p:extLst>
      <p:ext uri="{BB962C8B-B14F-4D97-AF65-F5344CB8AC3E}">
        <p14:creationId xmlns:p14="http://schemas.microsoft.com/office/powerpoint/2010/main" val="2242877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1DAAC95-2EFE-0B24-E9BA-A7E964F2380A}"/>
              </a:ext>
            </a:extLst>
          </p:cNvPr>
          <p:cNvPicPr>
            <a:picLocks noChangeAspect="1"/>
          </p:cNvPicPr>
          <p:nvPr/>
        </p:nvPicPr>
        <p:blipFill>
          <a:blip r:embed="rId2"/>
          <a:stretch>
            <a:fillRect/>
          </a:stretch>
        </p:blipFill>
        <p:spPr>
          <a:xfrm>
            <a:off x="12134186" y="2877927"/>
            <a:ext cx="6166514" cy="5578031"/>
          </a:xfrm>
          <a:prstGeom prst="rect">
            <a:avLst/>
          </a:prstGeom>
        </p:spPr>
      </p:pic>
      <p:sp>
        <p:nvSpPr>
          <p:cNvPr id="5" name="object 3">
            <a:extLst>
              <a:ext uri="{FF2B5EF4-FFF2-40B4-BE49-F238E27FC236}">
                <a16:creationId xmlns:a16="http://schemas.microsoft.com/office/drawing/2014/main" id="{7E5137A9-AC6B-D2E4-97AD-D74BB44BF7FF}"/>
              </a:ext>
            </a:extLst>
          </p:cNvPr>
          <p:cNvSpPr/>
          <p:nvPr/>
        </p:nvSpPr>
        <p:spPr>
          <a:xfrm>
            <a:off x="0" y="8037249"/>
            <a:ext cx="1919605" cy="2249805"/>
          </a:xfrm>
          <a:custGeom>
            <a:avLst/>
            <a:gdLst/>
            <a:ahLst/>
            <a:cxnLst/>
            <a:rect l="l" t="t" r="r" b="b"/>
            <a:pathLst>
              <a:path w="1919605" h="2249804">
                <a:moveTo>
                  <a:pt x="0" y="0"/>
                </a:moveTo>
                <a:lnTo>
                  <a:pt x="0" y="450349"/>
                </a:lnTo>
                <a:lnTo>
                  <a:pt x="5435" y="451632"/>
                </a:lnTo>
                <a:lnTo>
                  <a:pt x="52312" y="463938"/>
                </a:lnTo>
                <a:lnTo>
                  <a:pt x="98687" y="477350"/>
                </a:lnTo>
                <a:lnTo>
                  <a:pt x="144546" y="491851"/>
                </a:lnTo>
                <a:lnTo>
                  <a:pt x="189876" y="507427"/>
                </a:lnTo>
                <a:lnTo>
                  <a:pt x="234663" y="524061"/>
                </a:lnTo>
                <a:lnTo>
                  <a:pt x="278893" y="541738"/>
                </a:lnTo>
                <a:lnTo>
                  <a:pt x="322553" y="560441"/>
                </a:lnTo>
                <a:lnTo>
                  <a:pt x="365630" y="580155"/>
                </a:lnTo>
                <a:lnTo>
                  <a:pt x="408108" y="600864"/>
                </a:lnTo>
                <a:lnTo>
                  <a:pt x="449976" y="622553"/>
                </a:lnTo>
                <a:lnTo>
                  <a:pt x="491219" y="645204"/>
                </a:lnTo>
                <a:lnTo>
                  <a:pt x="531824" y="668803"/>
                </a:lnTo>
                <a:lnTo>
                  <a:pt x="571777" y="693334"/>
                </a:lnTo>
                <a:lnTo>
                  <a:pt x="611065" y="718780"/>
                </a:lnTo>
                <a:lnTo>
                  <a:pt x="649674" y="745127"/>
                </a:lnTo>
                <a:lnTo>
                  <a:pt x="687589" y="772357"/>
                </a:lnTo>
                <a:lnTo>
                  <a:pt x="724799" y="800456"/>
                </a:lnTo>
                <a:lnTo>
                  <a:pt x="761289" y="829407"/>
                </a:lnTo>
                <a:lnTo>
                  <a:pt x="797045" y="859195"/>
                </a:lnTo>
                <a:lnTo>
                  <a:pt x="832054" y="889804"/>
                </a:lnTo>
                <a:lnTo>
                  <a:pt x="866303" y="921217"/>
                </a:lnTo>
                <a:lnTo>
                  <a:pt x="899777" y="953420"/>
                </a:lnTo>
                <a:lnTo>
                  <a:pt x="932463" y="986396"/>
                </a:lnTo>
                <a:lnTo>
                  <a:pt x="964347" y="1020129"/>
                </a:lnTo>
                <a:lnTo>
                  <a:pt x="995417" y="1054604"/>
                </a:lnTo>
                <a:lnTo>
                  <a:pt x="1025658" y="1089805"/>
                </a:lnTo>
                <a:lnTo>
                  <a:pt x="1055056" y="1125715"/>
                </a:lnTo>
                <a:lnTo>
                  <a:pt x="1083598" y="1162320"/>
                </a:lnTo>
                <a:lnTo>
                  <a:pt x="1111271" y="1199602"/>
                </a:lnTo>
                <a:lnTo>
                  <a:pt x="1138061" y="1237547"/>
                </a:lnTo>
                <a:lnTo>
                  <a:pt x="1163954" y="1276139"/>
                </a:lnTo>
                <a:lnTo>
                  <a:pt x="1188936" y="1315361"/>
                </a:lnTo>
                <a:lnTo>
                  <a:pt x="1212995" y="1355199"/>
                </a:lnTo>
                <a:lnTo>
                  <a:pt x="1236116" y="1395635"/>
                </a:lnTo>
                <a:lnTo>
                  <a:pt x="1258285" y="1436654"/>
                </a:lnTo>
                <a:lnTo>
                  <a:pt x="1279490" y="1478241"/>
                </a:lnTo>
                <a:lnTo>
                  <a:pt x="1299717" y="1520379"/>
                </a:lnTo>
                <a:lnTo>
                  <a:pt x="1318951" y="1563053"/>
                </a:lnTo>
                <a:lnTo>
                  <a:pt x="1337180" y="1606247"/>
                </a:lnTo>
                <a:lnTo>
                  <a:pt x="1354389" y="1649945"/>
                </a:lnTo>
                <a:lnTo>
                  <a:pt x="1370566" y="1694131"/>
                </a:lnTo>
                <a:lnTo>
                  <a:pt x="1385696" y="1738789"/>
                </a:lnTo>
                <a:lnTo>
                  <a:pt x="1399766" y="1783903"/>
                </a:lnTo>
                <a:lnTo>
                  <a:pt x="1412762" y="1829459"/>
                </a:lnTo>
                <a:lnTo>
                  <a:pt x="1424671" y="1875439"/>
                </a:lnTo>
                <a:lnTo>
                  <a:pt x="1435480" y="1921828"/>
                </a:lnTo>
                <a:lnTo>
                  <a:pt x="1445173" y="1968610"/>
                </a:lnTo>
                <a:lnTo>
                  <a:pt x="1453739" y="2015769"/>
                </a:lnTo>
                <a:lnTo>
                  <a:pt x="1461163" y="2063290"/>
                </a:lnTo>
                <a:lnTo>
                  <a:pt x="1467431" y="2111157"/>
                </a:lnTo>
                <a:lnTo>
                  <a:pt x="1472531" y="2159353"/>
                </a:lnTo>
                <a:lnTo>
                  <a:pt x="1476448" y="2207863"/>
                </a:lnTo>
                <a:lnTo>
                  <a:pt x="1478783" y="2249748"/>
                </a:lnTo>
                <a:lnTo>
                  <a:pt x="1919001" y="2249748"/>
                </a:lnTo>
                <a:lnTo>
                  <a:pt x="1916589" y="2199885"/>
                </a:lnTo>
                <a:lnTo>
                  <a:pt x="1913232" y="2151326"/>
                </a:lnTo>
                <a:lnTo>
                  <a:pt x="1908907" y="2103014"/>
                </a:lnTo>
                <a:lnTo>
                  <a:pt x="1903624" y="2054962"/>
                </a:lnTo>
                <a:lnTo>
                  <a:pt x="1897392" y="2007178"/>
                </a:lnTo>
                <a:lnTo>
                  <a:pt x="1890219" y="1959673"/>
                </a:lnTo>
                <a:lnTo>
                  <a:pt x="1882116" y="1912459"/>
                </a:lnTo>
                <a:lnTo>
                  <a:pt x="1873090" y="1865544"/>
                </a:lnTo>
                <a:lnTo>
                  <a:pt x="1863150" y="1818941"/>
                </a:lnTo>
                <a:lnTo>
                  <a:pt x="1852307" y="1772659"/>
                </a:lnTo>
                <a:lnTo>
                  <a:pt x="1840568" y="1726709"/>
                </a:lnTo>
                <a:lnTo>
                  <a:pt x="1827943" y="1681101"/>
                </a:lnTo>
                <a:lnTo>
                  <a:pt x="1814441" y="1635846"/>
                </a:lnTo>
                <a:lnTo>
                  <a:pt x="1800071" y="1590954"/>
                </a:lnTo>
                <a:lnTo>
                  <a:pt x="1784841" y="1546436"/>
                </a:lnTo>
                <a:lnTo>
                  <a:pt x="1768761" y="1502302"/>
                </a:lnTo>
                <a:lnTo>
                  <a:pt x="1751840" y="1458563"/>
                </a:lnTo>
                <a:lnTo>
                  <a:pt x="1734087" y="1415229"/>
                </a:lnTo>
                <a:lnTo>
                  <a:pt x="1715511" y="1372311"/>
                </a:lnTo>
                <a:lnTo>
                  <a:pt x="1696120" y="1329819"/>
                </a:lnTo>
                <a:lnTo>
                  <a:pt x="1675924" y="1287763"/>
                </a:lnTo>
                <a:lnTo>
                  <a:pt x="1654932" y="1246155"/>
                </a:lnTo>
                <a:lnTo>
                  <a:pt x="1633153" y="1205005"/>
                </a:lnTo>
                <a:lnTo>
                  <a:pt x="1610596" y="1164322"/>
                </a:lnTo>
                <a:lnTo>
                  <a:pt x="1587270" y="1124118"/>
                </a:lnTo>
                <a:lnTo>
                  <a:pt x="1563183" y="1084403"/>
                </a:lnTo>
                <a:lnTo>
                  <a:pt x="1538346" y="1045188"/>
                </a:lnTo>
                <a:lnTo>
                  <a:pt x="1512766" y="1006483"/>
                </a:lnTo>
                <a:lnTo>
                  <a:pt x="1486453" y="968298"/>
                </a:lnTo>
                <a:lnTo>
                  <a:pt x="1459416" y="930644"/>
                </a:lnTo>
                <a:lnTo>
                  <a:pt x="1431664" y="893532"/>
                </a:lnTo>
                <a:lnTo>
                  <a:pt x="1403205" y="856971"/>
                </a:lnTo>
                <a:lnTo>
                  <a:pt x="1374050" y="820973"/>
                </a:lnTo>
                <a:lnTo>
                  <a:pt x="1344207" y="785548"/>
                </a:lnTo>
                <a:lnTo>
                  <a:pt x="1313684" y="750707"/>
                </a:lnTo>
                <a:lnTo>
                  <a:pt x="1282491" y="716459"/>
                </a:lnTo>
                <a:lnTo>
                  <a:pt x="1250638" y="682816"/>
                </a:lnTo>
                <a:lnTo>
                  <a:pt x="1218132" y="649787"/>
                </a:lnTo>
                <a:lnTo>
                  <a:pt x="1184983" y="617384"/>
                </a:lnTo>
                <a:lnTo>
                  <a:pt x="1151200" y="585617"/>
                </a:lnTo>
                <a:lnTo>
                  <a:pt x="1116792" y="554496"/>
                </a:lnTo>
                <a:lnTo>
                  <a:pt x="1081768" y="524032"/>
                </a:lnTo>
                <a:lnTo>
                  <a:pt x="1046137" y="494235"/>
                </a:lnTo>
                <a:lnTo>
                  <a:pt x="1009908" y="465116"/>
                </a:lnTo>
                <a:lnTo>
                  <a:pt x="973089" y="436685"/>
                </a:lnTo>
                <a:lnTo>
                  <a:pt x="935691" y="408953"/>
                </a:lnTo>
                <a:lnTo>
                  <a:pt x="897722" y="381930"/>
                </a:lnTo>
                <a:lnTo>
                  <a:pt x="859191" y="355627"/>
                </a:lnTo>
                <a:lnTo>
                  <a:pt x="820107" y="330053"/>
                </a:lnTo>
                <a:lnTo>
                  <a:pt x="780478" y="305221"/>
                </a:lnTo>
                <a:lnTo>
                  <a:pt x="740315" y="281140"/>
                </a:lnTo>
                <a:lnTo>
                  <a:pt x="699626" y="257820"/>
                </a:lnTo>
                <a:lnTo>
                  <a:pt x="658419" y="235272"/>
                </a:lnTo>
                <a:lnTo>
                  <a:pt x="616705" y="213507"/>
                </a:lnTo>
                <a:lnTo>
                  <a:pt x="574492" y="192535"/>
                </a:lnTo>
                <a:lnTo>
                  <a:pt x="531789" y="172367"/>
                </a:lnTo>
                <a:lnTo>
                  <a:pt x="488605" y="153013"/>
                </a:lnTo>
                <a:lnTo>
                  <a:pt x="444948" y="134483"/>
                </a:lnTo>
                <a:lnTo>
                  <a:pt x="400829" y="116788"/>
                </a:lnTo>
                <a:lnTo>
                  <a:pt x="356256" y="99938"/>
                </a:lnTo>
                <a:lnTo>
                  <a:pt x="311238" y="83945"/>
                </a:lnTo>
                <a:lnTo>
                  <a:pt x="265784" y="68818"/>
                </a:lnTo>
                <a:lnTo>
                  <a:pt x="219904" y="54568"/>
                </a:lnTo>
                <a:lnTo>
                  <a:pt x="173605" y="41205"/>
                </a:lnTo>
                <a:lnTo>
                  <a:pt x="126897" y="28741"/>
                </a:lnTo>
                <a:lnTo>
                  <a:pt x="79790" y="17184"/>
                </a:lnTo>
                <a:lnTo>
                  <a:pt x="32291" y="6547"/>
                </a:lnTo>
                <a:lnTo>
                  <a:pt x="0" y="0"/>
                </a:lnTo>
                <a:close/>
              </a:path>
            </a:pathLst>
          </a:custGeom>
          <a:solidFill>
            <a:srgbClr val="FBBC00"/>
          </a:solidFill>
        </p:spPr>
        <p:txBody>
          <a:bodyPr wrap="square" lIns="0" tIns="0" rIns="0" bIns="0" rtlCol="0"/>
          <a:lstStyle/>
          <a:p>
            <a:endParaRPr/>
          </a:p>
        </p:txBody>
      </p:sp>
      <p:sp>
        <p:nvSpPr>
          <p:cNvPr id="3" name="Content Placeholder 2">
            <a:extLst>
              <a:ext uri="{FF2B5EF4-FFF2-40B4-BE49-F238E27FC236}">
                <a16:creationId xmlns:a16="http://schemas.microsoft.com/office/drawing/2014/main" id="{4B9E35DF-FE32-69EE-FDDE-2BFE2BBE7198}"/>
              </a:ext>
            </a:extLst>
          </p:cNvPr>
          <p:cNvSpPr>
            <a:spLocks noGrp="1"/>
          </p:cNvSpPr>
          <p:nvPr>
            <p:ph sz="half" idx="2"/>
          </p:nvPr>
        </p:nvSpPr>
        <p:spPr>
          <a:xfrm>
            <a:off x="645096" y="1000786"/>
            <a:ext cx="8392477" cy="10045827"/>
          </a:xfrm>
        </p:spPr>
        <p:txBody>
          <a:bodyPr/>
          <a:lstStyle/>
          <a:p>
            <a:pPr marL="457200" indent="-457200" algn="just">
              <a:lnSpc>
                <a:spcPct val="200000"/>
              </a:lnSpc>
              <a:buFont typeface="Wingdings" panose="05000000000000000000" pitchFamily="2" charset="2"/>
              <a:buChar char="q"/>
            </a:pPr>
            <a:r>
              <a:rPr lang="en-US" sz="2200" dirty="0"/>
              <a:t>Research &amp; </a:t>
            </a:r>
            <a:r>
              <a:rPr lang="en-US" sz="2200" dirty="0" err="1"/>
              <a:t>PlanningDefine</a:t>
            </a:r>
            <a:r>
              <a:rPr lang="en-US" sz="2200" dirty="0"/>
              <a:t> </a:t>
            </a:r>
          </a:p>
          <a:p>
            <a:pPr marL="514350" algn="just">
              <a:lnSpc>
                <a:spcPct val="200000"/>
              </a:lnSpc>
              <a:buFont typeface="Arial" panose="020B0604020202020204" pitchFamily="34" charset="0"/>
              <a:buChar char="•"/>
            </a:pPr>
            <a:r>
              <a:rPr lang="en-US" sz="2200" dirty="0"/>
              <a:t>goals &amp; audience.</a:t>
            </a:r>
          </a:p>
          <a:p>
            <a:pPr marL="514350" algn="just">
              <a:lnSpc>
                <a:spcPct val="200000"/>
              </a:lnSpc>
              <a:buFont typeface="Arial" panose="020B0604020202020204" pitchFamily="34" charset="0"/>
              <a:buChar char="•"/>
            </a:pPr>
            <a:r>
              <a:rPr lang="en-US" sz="2200" dirty="0"/>
              <a:t>Market analysis.</a:t>
            </a:r>
          </a:p>
          <a:p>
            <a:pPr marL="457200" indent="-457200" algn="just">
              <a:lnSpc>
                <a:spcPct val="200000"/>
              </a:lnSpc>
              <a:buFont typeface="Wingdings" panose="05000000000000000000" pitchFamily="2" charset="2"/>
              <a:buChar char="q"/>
            </a:pPr>
            <a:r>
              <a:rPr lang="en-US" sz="2200" dirty="0"/>
              <a:t>Technology Selection</a:t>
            </a:r>
          </a:p>
          <a:p>
            <a:pPr marL="514350" algn="just">
              <a:lnSpc>
                <a:spcPct val="200000"/>
              </a:lnSpc>
              <a:buFont typeface="Arial" panose="020B0604020202020204" pitchFamily="34" charset="0"/>
              <a:buChar char="•"/>
            </a:pPr>
            <a:r>
              <a:rPr lang="en-US" sz="2200" dirty="0"/>
              <a:t>Choose sensors &amp; processing method.</a:t>
            </a:r>
          </a:p>
          <a:p>
            <a:pPr marL="514350" algn="just">
              <a:lnSpc>
                <a:spcPct val="200000"/>
              </a:lnSpc>
              <a:buFont typeface="Arial" panose="020B0604020202020204" pitchFamily="34" charset="0"/>
              <a:buChar char="•"/>
            </a:pPr>
            <a:r>
              <a:rPr lang="en-US" sz="2200" dirty="0"/>
              <a:t>Select ML frameworks.</a:t>
            </a:r>
          </a:p>
          <a:p>
            <a:pPr marL="457200" indent="-457200" algn="just">
              <a:lnSpc>
                <a:spcPct val="200000"/>
              </a:lnSpc>
              <a:buFont typeface="Wingdings" panose="05000000000000000000" pitchFamily="2" charset="2"/>
              <a:buChar char="q"/>
            </a:pPr>
            <a:r>
              <a:rPr lang="en-US" sz="2200" dirty="0"/>
              <a:t>System Design</a:t>
            </a:r>
          </a:p>
          <a:p>
            <a:pPr marL="514350" algn="just">
              <a:lnSpc>
                <a:spcPct val="200000"/>
              </a:lnSpc>
              <a:buFont typeface="Arial" panose="020B0604020202020204" pitchFamily="34" charset="0"/>
              <a:buChar char="•"/>
            </a:pPr>
            <a:r>
              <a:rPr lang="en-US" sz="2200" dirty="0"/>
              <a:t>Design architecture &amp; UI.</a:t>
            </a:r>
          </a:p>
          <a:p>
            <a:pPr marL="514350" algn="just">
              <a:lnSpc>
                <a:spcPct val="200000"/>
              </a:lnSpc>
              <a:buFont typeface="Arial" panose="020B0604020202020204" pitchFamily="34" charset="0"/>
              <a:buChar char="•"/>
            </a:pPr>
            <a:r>
              <a:rPr lang="en-US" sz="2200" dirty="0"/>
              <a:t>Create database schema.</a:t>
            </a:r>
          </a:p>
          <a:p>
            <a:pPr marL="457200" indent="-457200" algn="just">
              <a:lnSpc>
                <a:spcPct val="200000"/>
              </a:lnSpc>
              <a:buFont typeface="Wingdings" panose="05000000000000000000" pitchFamily="2" charset="2"/>
              <a:buChar char="q"/>
            </a:pPr>
            <a:r>
              <a:rPr lang="en-US" sz="2200" dirty="0"/>
              <a:t>Data Collection</a:t>
            </a:r>
          </a:p>
          <a:p>
            <a:pPr marL="514350" algn="just">
              <a:lnSpc>
                <a:spcPct val="200000"/>
              </a:lnSpc>
              <a:buFont typeface="Arial" panose="020B0604020202020204" pitchFamily="34" charset="0"/>
              <a:buChar char="•"/>
            </a:pPr>
            <a:r>
              <a:rPr lang="en-US" sz="2200" dirty="0"/>
              <a:t>Gather &amp; label datasets.</a:t>
            </a:r>
          </a:p>
          <a:p>
            <a:pPr marL="457200" indent="-457200" algn="just">
              <a:lnSpc>
                <a:spcPct val="200000"/>
              </a:lnSpc>
              <a:buFont typeface="Wingdings" panose="05000000000000000000" pitchFamily="2" charset="2"/>
              <a:buChar char="q"/>
            </a:pPr>
            <a:r>
              <a:rPr lang="en-US" sz="2200" dirty="0"/>
              <a:t>Model Development</a:t>
            </a:r>
          </a:p>
          <a:p>
            <a:pPr marL="514350" algn="just">
              <a:lnSpc>
                <a:spcPct val="200000"/>
              </a:lnSpc>
              <a:buFont typeface="Arial" panose="020B0604020202020204" pitchFamily="34" charset="0"/>
              <a:buChar char="•"/>
            </a:pPr>
            <a:r>
              <a:rPr lang="en-US" sz="2200" dirty="0"/>
              <a:t>Preprocess data &amp; train models.</a:t>
            </a:r>
          </a:p>
          <a:p>
            <a:pPr marL="514350" algn="just">
              <a:lnSpc>
                <a:spcPct val="200000"/>
              </a:lnSpc>
              <a:buFont typeface="Arial" panose="020B0604020202020204" pitchFamily="34" charset="0"/>
              <a:buChar char="•"/>
            </a:pPr>
            <a:r>
              <a:rPr lang="en-US" sz="2200" dirty="0"/>
              <a:t>Evaluate performance.</a:t>
            </a:r>
          </a:p>
          <a:p>
            <a:pPr>
              <a:lnSpc>
                <a:spcPct val="200000"/>
              </a:lnSpc>
            </a:pPr>
            <a:endParaRPr lang="en-US" sz="2200" dirty="0"/>
          </a:p>
        </p:txBody>
      </p:sp>
      <p:sp>
        <p:nvSpPr>
          <p:cNvPr id="4" name="Content Placeholder 3">
            <a:extLst>
              <a:ext uri="{FF2B5EF4-FFF2-40B4-BE49-F238E27FC236}">
                <a16:creationId xmlns:a16="http://schemas.microsoft.com/office/drawing/2014/main" id="{DFF31F5A-B8C1-AE17-6FDC-428A9916DF56}"/>
              </a:ext>
            </a:extLst>
          </p:cNvPr>
          <p:cNvSpPr>
            <a:spLocks noGrp="1"/>
          </p:cNvSpPr>
          <p:nvPr>
            <p:ph sz="half" idx="3"/>
          </p:nvPr>
        </p:nvSpPr>
        <p:spPr>
          <a:xfrm>
            <a:off x="8624759" y="1472266"/>
            <a:ext cx="7960804" cy="8691610"/>
          </a:xfrm>
        </p:spPr>
        <p:txBody>
          <a:bodyPr/>
          <a:lstStyle/>
          <a:p>
            <a:pPr marL="457200" indent="-457200" algn="just">
              <a:lnSpc>
                <a:spcPct val="200000"/>
              </a:lnSpc>
              <a:buFont typeface="Wingdings" panose="05000000000000000000" pitchFamily="2" charset="2"/>
              <a:buChar char="q"/>
            </a:pPr>
            <a:r>
              <a:rPr lang="en-US" sz="2200" dirty="0"/>
              <a:t>Deployment</a:t>
            </a:r>
          </a:p>
          <a:p>
            <a:pPr marL="628650" algn="just">
              <a:lnSpc>
                <a:spcPct val="200000"/>
              </a:lnSpc>
              <a:buFont typeface="Arial" panose="020B0604020202020204" pitchFamily="34" charset="0"/>
              <a:buChar char="•"/>
            </a:pPr>
            <a:r>
              <a:rPr lang="en-US" sz="2200" dirty="0"/>
              <a:t>Develop deployment strategy.</a:t>
            </a:r>
          </a:p>
          <a:p>
            <a:pPr marL="628650" algn="just">
              <a:lnSpc>
                <a:spcPct val="200000"/>
              </a:lnSpc>
              <a:buFont typeface="Arial" panose="020B0604020202020204" pitchFamily="34" charset="0"/>
              <a:buChar char="•"/>
            </a:pPr>
            <a:r>
              <a:rPr lang="en-US" sz="2200" dirty="0"/>
              <a:t>Train users.</a:t>
            </a:r>
          </a:p>
          <a:p>
            <a:pPr marL="457200" indent="-457200" algn="just">
              <a:lnSpc>
                <a:spcPct val="200000"/>
              </a:lnSpc>
              <a:buFont typeface="Wingdings" panose="05000000000000000000" pitchFamily="2" charset="2"/>
              <a:buChar char="q"/>
            </a:pPr>
            <a:r>
              <a:rPr lang="en-US" sz="2200" dirty="0"/>
              <a:t>Monitoring &amp; Maintenance</a:t>
            </a:r>
          </a:p>
          <a:p>
            <a:pPr marL="628650" algn="just">
              <a:lnSpc>
                <a:spcPct val="200000"/>
              </a:lnSpc>
              <a:buFont typeface="Arial" panose="020B0604020202020204" pitchFamily="34" charset="0"/>
              <a:buChar char="•"/>
            </a:pPr>
            <a:r>
              <a:rPr lang="en-US" sz="2200" dirty="0"/>
              <a:t> Continuous performance monitoring.</a:t>
            </a:r>
          </a:p>
          <a:p>
            <a:pPr marL="628650" algn="just">
              <a:lnSpc>
                <a:spcPct val="200000"/>
              </a:lnSpc>
              <a:buFont typeface="Arial" panose="020B0604020202020204" pitchFamily="34" charset="0"/>
              <a:buChar char="•"/>
            </a:pPr>
            <a:r>
              <a:rPr lang="en-US" sz="2200" dirty="0"/>
              <a:t>Regular updates.</a:t>
            </a:r>
          </a:p>
          <a:p>
            <a:pPr marL="457200" indent="-457200" algn="just">
              <a:lnSpc>
                <a:spcPct val="200000"/>
              </a:lnSpc>
              <a:buFont typeface="Wingdings" panose="05000000000000000000" pitchFamily="2" charset="2"/>
              <a:buChar char="q"/>
            </a:pPr>
            <a:r>
              <a:rPr lang="en-US" sz="2200" dirty="0"/>
              <a:t>Testing &amp; Validation</a:t>
            </a:r>
          </a:p>
          <a:p>
            <a:pPr marL="628650" algn="just">
              <a:lnSpc>
                <a:spcPct val="200000"/>
              </a:lnSpc>
              <a:buFont typeface="Wingdings" panose="05000000000000000000" pitchFamily="2" charset="2"/>
              <a:buChar char="§"/>
            </a:pPr>
            <a:r>
              <a:rPr lang="en-US" sz="2200" dirty="0"/>
              <a:t>Conduct field tests.</a:t>
            </a:r>
          </a:p>
          <a:p>
            <a:pPr marL="628650" algn="just">
              <a:lnSpc>
                <a:spcPct val="200000"/>
              </a:lnSpc>
              <a:buFont typeface="Arial" panose="020B0604020202020204" pitchFamily="34" charset="0"/>
              <a:buChar char="•"/>
            </a:pPr>
            <a:r>
              <a:rPr lang="en-US" sz="2200" dirty="0"/>
              <a:t>Gather feedback.</a:t>
            </a:r>
          </a:p>
          <a:p>
            <a:pPr marL="457200" indent="-457200" algn="just">
              <a:lnSpc>
                <a:spcPct val="200000"/>
              </a:lnSpc>
              <a:buFont typeface="Wingdings" panose="05000000000000000000" pitchFamily="2" charset="2"/>
              <a:buChar char="q"/>
            </a:pPr>
            <a:r>
              <a:rPr lang="en-US" sz="2200" dirty="0"/>
              <a:t>Integration</a:t>
            </a:r>
          </a:p>
          <a:p>
            <a:pPr marL="514350" algn="just">
              <a:lnSpc>
                <a:spcPct val="200000"/>
              </a:lnSpc>
              <a:buFont typeface="Arial" panose="020B0604020202020204" pitchFamily="34" charset="0"/>
              <a:buChar char="•"/>
            </a:pPr>
            <a:r>
              <a:rPr lang="en-US" sz="2200" dirty="0"/>
              <a:t>Combine sensors, models, and UI.</a:t>
            </a:r>
          </a:p>
          <a:p>
            <a:pPr marL="628650" algn="just">
              <a:lnSpc>
                <a:spcPct val="200000"/>
              </a:lnSpc>
              <a:buFont typeface="Arial" panose="020B0604020202020204" pitchFamily="34" charset="0"/>
              <a:buChar char="•"/>
            </a:pPr>
            <a:endParaRPr lang="en-US" sz="2200" dirty="0"/>
          </a:p>
          <a:p>
            <a:pPr marL="457200" indent="-457200" algn="just">
              <a:lnSpc>
                <a:spcPct val="200000"/>
              </a:lnSpc>
              <a:buFont typeface="Arial" panose="020B0604020202020204" pitchFamily="34" charset="0"/>
              <a:buChar char="•"/>
            </a:pPr>
            <a:endParaRPr lang="en-US" sz="2200" dirty="0">
              <a:solidFill>
                <a:schemeClr val="accent5"/>
              </a:solidFill>
            </a:endParaRPr>
          </a:p>
        </p:txBody>
      </p:sp>
      <p:pic>
        <p:nvPicPr>
          <p:cNvPr id="6" name="Picture 5">
            <a:extLst>
              <a:ext uri="{FF2B5EF4-FFF2-40B4-BE49-F238E27FC236}">
                <a16:creationId xmlns:a16="http://schemas.microsoft.com/office/drawing/2014/main" id="{EC289996-68D0-7B08-C660-063D147ACCE7}"/>
              </a:ext>
            </a:extLst>
          </p:cNvPr>
          <p:cNvPicPr>
            <a:picLocks noChangeAspect="1"/>
          </p:cNvPicPr>
          <p:nvPr/>
        </p:nvPicPr>
        <p:blipFill>
          <a:blip r:embed="rId3"/>
          <a:stretch>
            <a:fillRect/>
          </a:stretch>
        </p:blipFill>
        <p:spPr>
          <a:xfrm>
            <a:off x="16398583" y="0"/>
            <a:ext cx="1902117" cy="1597290"/>
          </a:xfrm>
          <a:prstGeom prst="rect">
            <a:avLst/>
          </a:prstGeom>
        </p:spPr>
      </p:pic>
      <p:sp>
        <p:nvSpPr>
          <p:cNvPr id="8" name="TextBox 7">
            <a:extLst>
              <a:ext uri="{FF2B5EF4-FFF2-40B4-BE49-F238E27FC236}">
                <a16:creationId xmlns:a16="http://schemas.microsoft.com/office/drawing/2014/main" id="{0E7BC247-E163-7EC9-05F0-66A7E00DB428}"/>
              </a:ext>
            </a:extLst>
          </p:cNvPr>
          <p:cNvSpPr txBox="1"/>
          <p:nvPr/>
        </p:nvSpPr>
        <p:spPr>
          <a:xfrm>
            <a:off x="757872" y="569859"/>
            <a:ext cx="9151144" cy="3029034"/>
          </a:xfrm>
          <a:prstGeom prst="rect">
            <a:avLst/>
          </a:prstGeom>
          <a:noFill/>
        </p:spPr>
        <p:txBody>
          <a:bodyPr wrap="square">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lang="en-US" sz="3800" b="1" kern="0" spc="-185" dirty="0">
                <a:solidFill>
                  <a:srgbClr val="FFC000"/>
                </a:solidFill>
                <a:latin typeface="Verdana" panose="020B0604030504040204" pitchFamily="34" charset="0"/>
                <a:ea typeface="Verdana" panose="020B0604030504040204" pitchFamily="34" charset="0"/>
              </a:rPr>
              <a:t>ROAD MAP</a:t>
            </a:r>
          </a:p>
          <a:p>
            <a:pPr marL="12700" marR="0" lvl="0" indent="0" algn="l" defTabSz="914400" rtl="0" eaLnBrk="1" fontAlgn="auto" latinLnBrk="0" hangingPunct="1">
              <a:lnSpc>
                <a:spcPct val="100000"/>
              </a:lnSpc>
              <a:spcBef>
                <a:spcPts val="100"/>
              </a:spcBef>
              <a:spcAft>
                <a:spcPts val="0"/>
              </a:spcAft>
              <a:buClrTx/>
              <a:buSzTx/>
              <a:buFontTx/>
              <a:buNone/>
              <a:tabLst/>
              <a:defRPr/>
            </a:pPr>
            <a:endParaRPr kumimoji="0" lang="en-US" sz="3800" b="0" i="0" u="none" strike="noStrike" kern="0" cap="none" spc="0" normalizeH="0" baseline="0" noProof="0" dirty="0">
              <a:ln>
                <a:noFill/>
              </a:ln>
              <a:solidFill>
                <a:srgbClr val="FFC000"/>
              </a:solidFill>
              <a:effectLst/>
              <a:uLnTx/>
              <a:uFillTx/>
              <a:latin typeface="Calibri"/>
              <a:ea typeface="+mn-ea"/>
              <a:cs typeface="+mn-cs"/>
            </a:endParaRPr>
          </a:p>
          <a:p>
            <a:br>
              <a:rPr lang="en-US" sz="3800" dirty="0"/>
            </a:br>
            <a:r>
              <a:rPr lang="en-US" sz="3800" dirty="0"/>
              <a:t> </a:t>
            </a:r>
            <a:br>
              <a:rPr lang="en-US" sz="3800" dirty="0"/>
            </a:br>
            <a:endParaRPr lang="en-US" sz="3800" dirty="0"/>
          </a:p>
        </p:txBody>
      </p:sp>
    </p:spTree>
    <p:extLst>
      <p:ext uri="{BB962C8B-B14F-4D97-AF65-F5344CB8AC3E}">
        <p14:creationId xmlns:p14="http://schemas.microsoft.com/office/powerpoint/2010/main" val="386048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63750" y="3503565"/>
            <a:ext cx="10820400" cy="1860125"/>
          </a:xfrm>
          <a:prstGeom prst="rect">
            <a:avLst/>
          </a:prstGeom>
        </p:spPr>
        <p:txBody>
          <a:bodyPr vert="horz" wrap="square" lIns="0" tIns="13335" rIns="0" bIns="0" rtlCol="0">
            <a:spAutoFit/>
          </a:bodyPr>
          <a:lstStyle/>
          <a:p>
            <a:pPr marL="12700">
              <a:lnSpc>
                <a:spcPct val="100000"/>
              </a:lnSpc>
              <a:spcBef>
                <a:spcPts val="105"/>
              </a:spcBef>
            </a:pPr>
            <a:r>
              <a:rPr sz="12000" spc="-625" dirty="0">
                <a:solidFill>
                  <a:srgbClr val="27316F"/>
                </a:solidFill>
              </a:rPr>
              <a:t>Thanks</a:t>
            </a:r>
            <a:r>
              <a:rPr lang="en-US" sz="12000" spc="-625" dirty="0">
                <a:solidFill>
                  <a:srgbClr val="27316F"/>
                </a:solidFill>
              </a:rPr>
              <a:t> You </a:t>
            </a:r>
            <a:r>
              <a:rPr sz="12000" spc="-625" dirty="0">
                <a:solidFill>
                  <a:srgbClr val="27316F"/>
                </a:solidFill>
              </a:rPr>
              <a:t>!</a:t>
            </a:r>
            <a:endParaRPr sz="1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C23B5-3C27-A68D-45C7-C6EDA4759589}"/>
              </a:ext>
            </a:extLst>
          </p:cNvPr>
          <p:cNvSpPr>
            <a:spLocks noGrp="1"/>
          </p:cNvSpPr>
          <p:nvPr>
            <p:ph type="title"/>
          </p:nvPr>
        </p:nvSpPr>
        <p:spPr/>
        <p:txBody>
          <a:bodyPr/>
          <a:lstStyle/>
          <a:p>
            <a:r>
              <a:rPr lang="en-US" dirty="0">
                <a:solidFill>
                  <a:srgbClr val="FF0000"/>
                </a:solidFill>
              </a:rPr>
              <a:t>EXTRA  CONTENT</a:t>
            </a:r>
          </a:p>
        </p:txBody>
      </p:sp>
      <p:sp>
        <p:nvSpPr>
          <p:cNvPr id="3" name="Text Placeholder 2">
            <a:extLst>
              <a:ext uri="{FF2B5EF4-FFF2-40B4-BE49-F238E27FC236}">
                <a16:creationId xmlns:a16="http://schemas.microsoft.com/office/drawing/2014/main" id="{D300627F-3E38-6A60-0487-24793ABB0A71}"/>
              </a:ext>
            </a:extLst>
          </p:cNvPr>
          <p:cNvSpPr>
            <a:spLocks noGrp="1"/>
          </p:cNvSpPr>
          <p:nvPr>
            <p:ph type="body" idx="1"/>
          </p:nvPr>
        </p:nvSpPr>
        <p:spPr>
          <a:xfrm>
            <a:off x="539645" y="1588957"/>
            <a:ext cx="17298649" cy="5309146"/>
          </a:xfrm>
        </p:spPr>
        <p:txBody>
          <a:bodyPr/>
          <a:lstStyle/>
          <a:p>
            <a:r>
              <a:rPr lang="en-US" dirty="0"/>
              <a:t>Objectives</a:t>
            </a:r>
          </a:p>
          <a:p>
            <a:endParaRPr lang="en-US" dirty="0"/>
          </a:p>
          <a:p>
            <a:r>
              <a:rPr lang="en-US" dirty="0"/>
              <a:t>Scope / Objectives of the project:</a:t>
            </a:r>
          </a:p>
          <a:p>
            <a:r>
              <a:rPr lang="en-US" dirty="0"/>
              <a:t>1.	To Enhance early disease detection.</a:t>
            </a:r>
          </a:p>
          <a:p>
            <a:r>
              <a:rPr lang="en-US" dirty="0"/>
              <a:t>2.	To implement the ML algorithms for time consumption.</a:t>
            </a:r>
          </a:p>
          <a:p>
            <a:r>
              <a:rPr lang="en-US" dirty="0"/>
              <a:t>3.	To Increase the detection accuracy.</a:t>
            </a:r>
          </a:p>
          <a:p>
            <a:r>
              <a:rPr lang="en-US" dirty="0"/>
              <a:t>4.	To Provide supplement details for the disease detected.</a:t>
            </a:r>
          </a:p>
          <a:p>
            <a:r>
              <a:rPr lang="en-US" dirty="0"/>
              <a:t>5.	To enhance crop health and yield.</a:t>
            </a:r>
          </a:p>
          <a:p>
            <a:r>
              <a:rPr lang="en-US" dirty="0"/>
              <a:t>6.	To Facilitate user-friendly access to the system. </a:t>
            </a:r>
          </a:p>
          <a:p>
            <a:r>
              <a:rPr lang="en-US" dirty="0"/>
              <a:t>7.	To develop a Real-Time Monitoring Dashboard.</a:t>
            </a:r>
          </a:p>
        </p:txBody>
      </p:sp>
    </p:spTree>
    <p:extLst>
      <p:ext uri="{BB962C8B-B14F-4D97-AF65-F5344CB8AC3E}">
        <p14:creationId xmlns:p14="http://schemas.microsoft.com/office/powerpoint/2010/main" val="3855564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D873E-FDA5-8F75-3DC2-B88537BD190C}"/>
              </a:ext>
            </a:extLst>
          </p:cNvPr>
          <p:cNvSpPr>
            <a:spLocks noGrp="1"/>
          </p:cNvSpPr>
          <p:nvPr>
            <p:ph type="title"/>
          </p:nvPr>
        </p:nvSpPr>
        <p:spPr>
          <a:xfrm>
            <a:off x="1717834" y="613702"/>
            <a:ext cx="14865030" cy="1354217"/>
          </a:xfrm>
        </p:spPr>
        <p:txBody>
          <a:bodyPr/>
          <a:lstStyle/>
          <a:p>
            <a:r>
              <a:rPr lang="en-US" dirty="0">
                <a:solidFill>
                  <a:srgbClr val="FF0000"/>
                </a:solidFill>
              </a:rPr>
              <a:t>Methodology: </a:t>
            </a:r>
            <a:br>
              <a:rPr lang="en-US" dirty="0">
                <a:solidFill>
                  <a:srgbClr val="FF0000"/>
                </a:solidFill>
              </a:rPr>
            </a:br>
            <a:endParaRPr lang="en-US" dirty="0">
              <a:solidFill>
                <a:srgbClr val="FF0000"/>
              </a:solidFill>
            </a:endParaRPr>
          </a:p>
        </p:txBody>
      </p:sp>
      <p:sp>
        <p:nvSpPr>
          <p:cNvPr id="3" name="Text Placeholder 2">
            <a:extLst>
              <a:ext uri="{FF2B5EF4-FFF2-40B4-BE49-F238E27FC236}">
                <a16:creationId xmlns:a16="http://schemas.microsoft.com/office/drawing/2014/main" id="{FEC9A5E7-AC8C-4FB9-790C-0A82D9DE8858}"/>
              </a:ext>
            </a:extLst>
          </p:cNvPr>
          <p:cNvSpPr>
            <a:spLocks noGrp="1"/>
          </p:cNvSpPr>
          <p:nvPr>
            <p:ph type="body" idx="1"/>
          </p:nvPr>
        </p:nvSpPr>
        <p:spPr>
          <a:xfrm>
            <a:off x="2769451" y="1967919"/>
            <a:ext cx="12042266" cy="7963719"/>
          </a:xfrm>
        </p:spPr>
        <p:txBody>
          <a:bodyPr/>
          <a:lstStyle/>
          <a:p>
            <a:r>
              <a:rPr lang="en-US" dirty="0"/>
              <a:t>1.	Web-Based Detection interface: Develop a user-friendly platform for disease detection in plants.</a:t>
            </a:r>
          </a:p>
          <a:p>
            <a:r>
              <a:rPr lang="en-US" dirty="0"/>
              <a:t>2.	Implement Machine Learning Algorithms: Develop an AI model for image based detection using CNN algorithm.</a:t>
            </a:r>
          </a:p>
          <a:p>
            <a:r>
              <a:rPr lang="en-US" dirty="0"/>
              <a:t>3.	Supplement information: Develop the model to provide the supplement details for the disease detected and market support.</a:t>
            </a:r>
          </a:p>
          <a:p>
            <a:r>
              <a:rPr lang="en-US" dirty="0"/>
              <a:t>4.	Monitoring dashboard: Develop the monitoring dashboard to visualize the moisture sensor details and control various hardware equipment’s. </a:t>
            </a:r>
          </a:p>
          <a:p>
            <a:endParaRPr lang="en-US" dirty="0"/>
          </a:p>
          <a:p>
            <a:endParaRPr lang="en-US" dirty="0"/>
          </a:p>
        </p:txBody>
      </p:sp>
    </p:spTree>
    <p:extLst>
      <p:ext uri="{BB962C8B-B14F-4D97-AF65-F5344CB8AC3E}">
        <p14:creationId xmlns:p14="http://schemas.microsoft.com/office/powerpoint/2010/main" val="2533019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152D-0AB2-51CF-B5F2-B86424C5871A}"/>
              </a:ext>
            </a:extLst>
          </p:cNvPr>
          <p:cNvSpPr>
            <a:spLocks noGrp="1"/>
          </p:cNvSpPr>
          <p:nvPr>
            <p:ph type="title"/>
          </p:nvPr>
        </p:nvSpPr>
        <p:spPr>
          <a:xfrm>
            <a:off x="1717834" y="613702"/>
            <a:ext cx="14865030" cy="1354217"/>
          </a:xfrm>
        </p:spPr>
        <p:txBody>
          <a:bodyPr/>
          <a:lstStyle/>
          <a:p>
            <a:r>
              <a:rPr lang="en-US" dirty="0">
                <a:solidFill>
                  <a:srgbClr val="FF0000"/>
                </a:solidFill>
              </a:rPr>
              <a:t>Expected Outcome of the project: </a:t>
            </a:r>
            <a:br>
              <a:rPr lang="en-US" dirty="0">
                <a:solidFill>
                  <a:srgbClr val="FF0000"/>
                </a:solidFill>
              </a:rPr>
            </a:br>
            <a:endParaRPr lang="en-US" dirty="0">
              <a:solidFill>
                <a:srgbClr val="FF0000"/>
              </a:solidFill>
            </a:endParaRPr>
          </a:p>
        </p:txBody>
      </p:sp>
      <p:sp>
        <p:nvSpPr>
          <p:cNvPr id="3" name="Text Placeholder 2">
            <a:extLst>
              <a:ext uri="{FF2B5EF4-FFF2-40B4-BE49-F238E27FC236}">
                <a16:creationId xmlns:a16="http://schemas.microsoft.com/office/drawing/2014/main" id="{708382E0-5B98-76CD-21A5-0E028C9225F4}"/>
              </a:ext>
            </a:extLst>
          </p:cNvPr>
          <p:cNvSpPr>
            <a:spLocks noGrp="1"/>
          </p:cNvSpPr>
          <p:nvPr>
            <p:ph type="body" idx="1"/>
          </p:nvPr>
        </p:nvSpPr>
        <p:spPr>
          <a:xfrm>
            <a:off x="2019943" y="1871253"/>
            <a:ext cx="14865029" cy="9025548"/>
          </a:xfrm>
        </p:spPr>
        <p:txBody>
          <a:bodyPr/>
          <a:lstStyle/>
          <a:p>
            <a:r>
              <a:rPr lang="en-US" dirty="0"/>
              <a:t>1.	A user-friendly web platform where farmers, agricultural consultants, or researchers can upload images of plants and receive rapid, automated disease diagnoses.</a:t>
            </a:r>
          </a:p>
          <a:p>
            <a:r>
              <a:rPr lang="en-US" dirty="0"/>
              <a:t>2.	A trained Convolutional Neural Network (CNN) model capable of accurately classifying common plant diseases based on uploaded images.</a:t>
            </a:r>
          </a:p>
          <a:p>
            <a:r>
              <a:rPr lang="en-US" dirty="0"/>
              <a:t>3.	Disease detection results are supplemented with actionable guidance on treatments, suggested supplements, and links to local or online suppliers.</a:t>
            </a:r>
          </a:p>
          <a:p>
            <a:r>
              <a:rPr lang="en-US" dirty="0"/>
              <a:t>4.	A real-time monitoring dashboard that visualizes moisture levels and allows users to control irrigation, lighting, and other equipment as needed.</a:t>
            </a:r>
          </a:p>
          <a:p>
            <a:endParaRPr lang="en-US" dirty="0"/>
          </a:p>
        </p:txBody>
      </p:sp>
    </p:spTree>
    <p:extLst>
      <p:ext uri="{BB962C8B-B14F-4D97-AF65-F5344CB8AC3E}">
        <p14:creationId xmlns:p14="http://schemas.microsoft.com/office/powerpoint/2010/main" val="3475563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TotalTime>
  <Words>1042</Words>
  <Application>Microsoft Office PowerPoint</Application>
  <PresentationFormat>Custom</PresentationFormat>
  <Paragraphs>96</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Times New Roman</vt:lpstr>
      <vt:lpstr>Verdana</vt:lpstr>
      <vt:lpstr>Wingdings</vt:lpstr>
      <vt:lpstr>Office Theme</vt:lpstr>
      <vt:lpstr>PowerPoint Presentation</vt:lpstr>
      <vt:lpstr>PowerPoint Presentation</vt:lpstr>
      <vt:lpstr>INTRODUCTION</vt:lpstr>
      <vt:lpstr>LITERATURE REVIEW  </vt:lpstr>
      <vt:lpstr>OBJECTIVES  </vt:lpstr>
      <vt:lpstr>EXISTING METHODOLOGY   </vt:lpstr>
      <vt:lpstr>PROPOSED  METHODOLOGY   </vt:lpstr>
      <vt:lpstr>PowerPoint Presentation</vt:lpstr>
      <vt:lpstr>PowerPoint Presentation</vt:lpstr>
      <vt:lpstr>PowerPoint Presentation</vt:lpstr>
      <vt:lpstr>Thanks You !</vt:lpstr>
      <vt:lpstr>EXTRA  CONTENT</vt:lpstr>
      <vt:lpstr>Methodology:  </vt:lpstr>
      <vt:lpstr>Expected Outcome of the project: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 AAMIR HUSSAIN</dc:creator>
  <cp:lastModifiedBy>KHAN AAMIR HUSSAIN</cp:lastModifiedBy>
  <cp:revision>13</cp:revision>
  <dcterms:modified xsi:type="dcterms:W3CDTF">2024-11-13T17:05:58Z</dcterms:modified>
</cp:coreProperties>
</file>